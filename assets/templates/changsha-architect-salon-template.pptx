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4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5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91" r:id="rId2"/>
    <p:sldId id="414" r:id="rId3"/>
    <p:sldId id="406" r:id="rId4"/>
    <p:sldId id="399" r:id="rId5"/>
    <p:sldId id="393" r:id="rId6"/>
    <p:sldId id="400" r:id="rId7"/>
    <p:sldId id="401" r:id="rId8"/>
    <p:sldId id="402" r:id="rId9"/>
    <p:sldId id="403" r:id="rId10"/>
    <p:sldId id="398" r:id="rId11"/>
  </p:sldIdLst>
  <p:sldSz cx="18305463" cy="10296525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907" userDrawn="1">
          <p15:clr>
            <a:srgbClr val="A4A3A4"/>
          </p15:clr>
        </p15:guide>
        <p15:guide id="3" orient="horz" pos="656" userDrawn="1">
          <p15:clr>
            <a:srgbClr val="A4A3A4"/>
          </p15:clr>
        </p15:guide>
        <p15:guide id="4" pos="403" userDrawn="1">
          <p15:clr>
            <a:srgbClr val="A4A3A4"/>
          </p15:clr>
        </p15:guide>
        <p15:guide id="5" orient="horz" pos="3411" userDrawn="1">
          <p15:clr>
            <a:srgbClr val="A4A3A4"/>
          </p15:clr>
        </p15:guide>
        <p15:guide id="6" orient="horz" pos="4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BD59A"/>
    <a:srgbClr val="FF0000"/>
    <a:srgbClr val="FB7F54"/>
    <a:srgbClr val="FE5B5B"/>
    <a:srgbClr val="FCBE5C"/>
    <a:srgbClr val="FD6936"/>
    <a:srgbClr val="F4843F"/>
    <a:srgbClr val="D80C01"/>
    <a:srgbClr val="C0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40" autoAdjust="0"/>
    <p:restoredTop sz="94626"/>
  </p:normalViewPr>
  <p:slideViewPr>
    <p:cSldViewPr snapToGrid="0" snapToObjects="1" showGuides="1">
      <p:cViewPr varScale="1">
        <p:scale>
          <a:sx n="31" d="100"/>
          <a:sy n="31" d="100"/>
        </p:scale>
        <p:origin x="48" y="1268"/>
      </p:cViewPr>
      <p:guideLst>
        <p:guide orient="horz" pos="3240"/>
        <p:guide pos="5907"/>
        <p:guide orient="horz" pos="656"/>
        <p:guide pos="403"/>
        <p:guide orient="horz" pos="3411"/>
        <p:guide orient="horz" pos="4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-7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Macro-Enabled_Worksheet.xlsm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BD59A"/>
            </a:solidFill>
            <a:ln w="38058"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FBD59A"/>
              </a:solidFill>
              <a:ln w="38058">
                <a:noFill/>
              </a:ln>
            </c:spPr>
            <c:extLst>
              <c:ext xmlns:c16="http://schemas.microsoft.com/office/drawing/2014/chart" uri="{C3380CC4-5D6E-409C-BE32-E72D297353CC}">
                <c16:uniqueId val="{00000001-3EA7-46C5-9C35-9574F42DD19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3EA7-46C5-9C35-9574F42DD19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EA7-46C5-9C35-9574F42DD19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3EA7-46C5-9C35-9574F42DD19A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EA7-46C5-9C35-9574F42DD1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FB7F54"/>
            </a:solidFill>
            <a:ln w="38058">
              <a:noFill/>
            </a:ln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EA7-46C5-9C35-9574F42DD19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FF0000"/>
            </a:solidFill>
            <a:ln w="38058">
              <a:noFill/>
            </a:ln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EA7-46C5-9C35-9574F42DD1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32"/>
        <c:axId val="-756365072"/>
        <c:axId val="-756369360"/>
      </c:barChart>
      <c:catAx>
        <c:axId val="-756365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4757" cap="flat" cmpd="sng" algn="ctr">
            <a:solidFill>
              <a:srgbClr val="C0C0C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cs"/>
              </a:defRPr>
            </a:pPr>
            <a:endParaRPr lang="zh-CN"/>
          </a:p>
        </c:txPr>
        <c:crossAx val="-756369360"/>
        <c:crosses val="autoZero"/>
        <c:auto val="1"/>
        <c:lblAlgn val="ctr"/>
        <c:lblOffset val="100"/>
        <c:noMultiLvlLbl val="0"/>
      </c:catAx>
      <c:valAx>
        <c:axId val="-7563693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14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cs"/>
              </a:defRPr>
            </a:pPr>
            <a:endParaRPr lang="zh-CN"/>
          </a:p>
        </c:txPr>
        <c:crossAx val="-756365072"/>
        <c:crosses val="autoZero"/>
        <c:crossBetween val="between"/>
      </c:valAx>
      <c:spPr>
        <a:noFill/>
        <a:ln w="38058">
          <a:noFill/>
        </a:ln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cs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cs"/>
              </a:defRPr>
            </a:pPr>
            <a:endParaRPr lang="zh-CN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cs"/>
              </a:defRPr>
            </a:pPr>
            <a:endParaRPr lang="zh-CN"/>
          </a:p>
        </c:txPr>
      </c:legendEntry>
      <c:layout>
        <c:manualLayout>
          <c:xMode val="edge"/>
          <c:yMode val="edge"/>
          <c:x val="0.21401573812303001"/>
          <c:y val="1.0293869100435201E-2"/>
          <c:w val="0.43612334801762098"/>
          <c:h val="5.4347826086956597E-2"/>
        </c:manualLayout>
      </c:layout>
      <c:overlay val="0"/>
      <c:spPr>
        <a:noFill/>
        <a:ln w="38058">
          <a:noFill/>
        </a:ln>
      </c:spPr>
      <c:txPr>
        <a:bodyPr rot="0" spcFirstLastPara="0" vertOverflow="ellipsis" vert="horz" wrap="square" anchor="ctr" anchorCtr="1"/>
        <a:lstStyle/>
        <a:p>
          <a:pPr>
            <a:defRPr lang="zh-CN" sz="1800" b="0" i="0" u="none" strike="noStrike" kern="1200" baseline="0">
              <a:solidFill>
                <a:srgbClr val="0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2eae7aa-da5b-47d9-973a-92a1f5cab94a}"/>
      </c:ext>
    </c:extLst>
  </c:chart>
  <c:spPr>
    <a:noFill/>
    <a:ln>
      <a:noFill/>
    </a:ln>
  </c:spPr>
  <c:txPr>
    <a:bodyPr/>
    <a:lstStyle/>
    <a:p>
      <a:pPr>
        <a:defRPr lang="zh-CN" sz="1800">
          <a:solidFill>
            <a:srgbClr val="000000"/>
          </a:solidFill>
          <a:latin typeface="方正兰亭黑简体" panose="02000000000000000000" pitchFamily="2" charset="-122"/>
          <a:ea typeface="方正兰亭黑简体" panose="02000000000000000000" pitchFamily="2" charset="-122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71CF3-27ED-604D-ADA5-3B18DBBF5F3F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800FD-2B50-3D4F-9886-DAA391708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73" y="-317"/>
            <a:ext cx="18288000" cy="10287000"/>
          </a:xfrm>
          <a:prstGeom prst="rect">
            <a:avLst/>
          </a:prstGeom>
        </p:spPr>
      </p:pic>
      <p:pic>
        <p:nvPicPr>
          <p:cNvPr id="8" name="图片 7" descr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8170" y="557530"/>
            <a:ext cx="4462780" cy="4826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73" y="-635"/>
            <a:ext cx="18288000" cy="10287000"/>
          </a:xfrm>
          <a:prstGeom prst="rect">
            <a:avLst/>
          </a:prstGeom>
        </p:spPr>
      </p:pic>
      <p:pic>
        <p:nvPicPr>
          <p:cNvPr id="6" name="图片 5" descr="_Group_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337185" y="450215"/>
            <a:ext cx="607695" cy="592455"/>
          </a:xfrm>
          <a:prstGeom prst="rect">
            <a:avLst/>
          </a:prstGeom>
        </p:spPr>
      </p:pic>
      <p:pic>
        <p:nvPicPr>
          <p:cNvPr id="11" name="图片 10" descr="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350240" y="448310"/>
            <a:ext cx="4462780" cy="482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73" y="-635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73" y="-635"/>
            <a:ext cx="18288000" cy="10287000"/>
          </a:xfrm>
          <a:prstGeom prst="rect">
            <a:avLst/>
          </a:prstGeom>
        </p:spPr>
      </p:pic>
      <p:pic>
        <p:nvPicPr>
          <p:cNvPr id="6" name="图片 5" descr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8170" y="557530"/>
            <a:ext cx="4462780" cy="482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第一章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8501" y="548195"/>
            <a:ext cx="15788462" cy="1990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01" y="2740973"/>
            <a:ext cx="15788462" cy="6533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8501" y="9543354"/>
            <a:ext cx="4118729" cy="548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5C7BD-767B-E14D-9FB2-3B05672BBF75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63685" y="9543354"/>
            <a:ext cx="6178094" cy="548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28233" y="9543354"/>
            <a:ext cx="4118729" cy="548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0223D-FBEA-4844-A063-E6CA64EE6CE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</p:sldLayoutIdLst>
  <p:txStyles>
    <p:titleStyle>
      <a:lvl1pPr algn="l" defTabSz="1372870" rtl="0" eaLnBrk="1" latinLnBrk="0" hangingPunct="1">
        <a:lnSpc>
          <a:spcPct val="90000"/>
        </a:lnSpc>
        <a:spcBef>
          <a:spcPct val="0"/>
        </a:spcBef>
        <a:buNone/>
        <a:defRPr sz="66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3535" indent="-343535" algn="l" defTabSz="137287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5" kern="1200">
          <a:solidFill>
            <a:schemeClr val="tx1"/>
          </a:solidFill>
          <a:latin typeface="+mn-lt"/>
          <a:ea typeface="+mn-ea"/>
          <a:cs typeface="+mn-cs"/>
        </a:defRPr>
      </a:lvl1pPr>
      <a:lvl2pPr marL="1029970" indent="-343535" algn="l" defTabSz="137287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5" kern="1200">
          <a:solidFill>
            <a:schemeClr val="tx1"/>
          </a:solidFill>
          <a:latin typeface="+mn-lt"/>
          <a:ea typeface="+mn-ea"/>
          <a:cs typeface="+mn-cs"/>
        </a:defRPr>
      </a:lvl2pPr>
      <a:lvl3pPr marL="1716405" indent="-343535" algn="l" defTabSz="137287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5" kern="1200">
          <a:solidFill>
            <a:schemeClr val="tx1"/>
          </a:solidFill>
          <a:latin typeface="+mn-lt"/>
          <a:ea typeface="+mn-ea"/>
          <a:cs typeface="+mn-cs"/>
        </a:defRPr>
      </a:lvl3pPr>
      <a:lvl4pPr marL="2402840" indent="-343535" algn="l" defTabSz="137287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5" kern="1200">
          <a:solidFill>
            <a:schemeClr val="tx1"/>
          </a:solidFill>
          <a:latin typeface="+mn-lt"/>
          <a:ea typeface="+mn-ea"/>
          <a:cs typeface="+mn-cs"/>
        </a:defRPr>
      </a:lvl4pPr>
      <a:lvl5pPr marL="3089275" indent="-343535" algn="l" defTabSz="137287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5" kern="1200">
          <a:solidFill>
            <a:schemeClr val="tx1"/>
          </a:solidFill>
          <a:latin typeface="+mn-lt"/>
          <a:ea typeface="+mn-ea"/>
          <a:cs typeface="+mn-cs"/>
        </a:defRPr>
      </a:lvl5pPr>
      <a:lvl6pPr marL="3775710" indent="-343535" algn="l" defTabSz="137287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5" kern="1200">
          <a:solidFill>
            <a:schemeClr val="tx1"/>
          </a:solidFill>
          <a:latin typeface="+mn-lt"/>
          <a:ea typeface="+mn-ea"/>
          <a:cs typeface="+mn-cs"/>
        </a:defRPr>
      </a:lvl6pPr>
      <a:lvl7pPr marL="4462145" indent="-343535" algn="l" defTabSz="137287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5" kern="1200">
          <a:solidFill>
            <a:schemeClr val="tx1"/>
          </a:solidFill>
          <a:latin typeface="+mn-lt"/>
          <a:ea typeface="+mn-ea"/>
          <a:cs typeface="+mn-cs"/>
        </a:defRPr>
      </a:lvl7pPr>
      <a:lvl8pPr marL="5148580" indent="-343535" algn="l" defTabSz="137287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5" kern="1200">
          <a:solidFill>
            <a:schemeClr val="tx1"/>
          </a:solidFill>
          <a:latin typeface="+mn-lt"/>
          <a:ea typeface="+mn-ea"/>
          <a:cs typeface="+mn-cs"/>
        </a:defRPr>
      </a:lvl8pPr>
      <a:lvl9pPr marL="5835015" indent="-343535" algn="l" defTabSz="137287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2870" rtl="0" eaLnBrk="1" latinLnBrk="0" hangingPunct="1">
        <a:defRPr sz="2705" kern="1200">
          <a:solidFill>
            <a:schemeClr val="tx1"/>
          </a:solidFill>
          <a:latin typeface="+mn-lt"/>
          <a:ea typeface="+mn-ea"/>
          <a:cs typeface="+mn-cs"/>
        </a:defRPr>
      </a:lvl1pPr>
      <a:lvl2pPr marL="686435" algn="l" defTabSz="1372870" rtl="0" eaLnBrk="1" latinLnBrk="0" hangingPunct="1">
        <a:defRPr sz="2705" kern="1200">
          <a:solidFill>
            <a:schemeClr val="tx1"/>
          </a:solidFill>
          <a:latin typeface="+mn-lt"/>
          <a:ea typeface="+mn-ea"/>
          <a:cs typeface="+mn-cs"/>
        </a:defRPr>
      </a:lvl2pPr>
      <a:lvl3pPr marL="1372870" algn="l" defTabSz="1372870" rtl="0" eaLnBrk="1" latinLnBrk="0" hangingPunct="1">
        <a:defRPr sz="2705" kern="1200">
          <a:solidFill>
            <a:schemeClr val="tx1"/>
          </a:solidFill>
          <a:latin typeface="+mn-lt"/>
          <a:ea typeface="+mn-ea"/>
          <a:cs typeface="+mn-cs"/>
        </a:defRPr>
      </a:lvl3pPr>
      <a:lvl4pPr marL="2059305" algn="l" defTabSz="1372870" rtl="0" eaLnBrk="1" latinLnBrk="0" hangingPunct="1">
        <a:defRPr sz="2705" kern="1200">
          <a:solidFill>
            <a:schemeClr val="tx1"/>
          </a:solidFill>
          <a:latin typeface="+mn-lt"/>
          <a:ea typeface="+mn-ea"/>
          <a:cs typeface="+mn-cs"/>
        </a:defRPr>
      </a:lvl4pPr>
      <a:lvl5pPr marL="2745740" algn="l" defTabSz="1372870" rtl="0" eaLnBrk="1" latinLnBrk="0" hangingPunct="1">
        <a:defRPr sz="2705" kern="1200">
          <a:solidFill>
            <a:schemeClr val="tx1"/>
          </a:solidFill>
          <a:latin typeface="+mn-lt"/>
          <a:ea typeface="+mn-ea"/>
          <a:cs typeface="+mn-cs"/>
        </a:defRPr>
      </a:lvl5pPr>
      <a:lvl6pPr marL="3432175" algn="l" defTabSz="1372870" rtl="0" eaLnBrk="1" latinLnBrk="0" hangingPunct="1">
        <a:defRPr sz="2705" kern="1200">
          <a:solidFill>
            <a:schemeClr val="tx1"/>
          </a:solidFill>
          <a:latin typeface="+mn-lt"/>
          <a:ea typeface="+mn-ea"/>
          <a:cs typeface="+mn-cs"/>
        </a:defRPr>
      </a:lvl6pPr>
      <a:lvl7pPr marL="4118610" algn="l" defTabSz="1372870" rtl="0" eaLnBrk="1" latinLnBrk="0" hangingPunct="1">
        <a:defRPr sz="2705" kern="1200">
          <a:solidFill>
            <a:schemeClr val="tx1"/>
          </a:solidFill>
          <a:latin typeface="+mn-lt"/>
          <a:ea typeface="+mn-ea"/>
          <a:cs typeface="+mn-cs"/>
        </a:defRPr>
      </a:lvl7pPr>
      <a:lvl8pPr marL="4805045" algn="l" defTabSz="1372870" rtl="0" eaLnBrk="1" latinLnBrk="0" hangingPunct="1">
        <a:defRPr sz="2705" kern="1200">
          <a:solidFill>
            <a:schemeClr val="tx1"/>
          </a:solidFill>
          <a:latin typeface="+mn-lt"/>
          <a:ea typeface="+mn-ea"/>
          <a:cs typeface="+mn-cs"/>
        </a:defRPr>
      </a:lvl8pPr>
      <a:lvl9pPr marL="5491480" algn="l" defTabSz="1372870" rtl="0" eaLnBrk="1" latinLnBrk="0" hangingPunct="1">
        <a:defRPr sz="2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1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3" Type="http://schemas.openxmlformats.org/officeDocument/2006/relationships/tags" Target="../tags/tag22.xml"/><Relationship Id="rId21" Type="http://schemas.openxmlformats.org/officeDocument/2006/relationships/tags" Target="../tags/tag40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tags" Target="../tags/tag39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23" Type="http://schemas.openxmlformats.org/officeDocument/2006/relationships/notesSlide" Target="../notesSlides/notesSlide4.xml"/><Relationship Id="rId10" Type="http://schemas.openxmlformats.org/officeDocument/2006/relationships/tags" Target="../tags/tag29.xml"/><Relationship Id="rId19" Type="http://schemas.openxmlformats.org/officeDocument/2006/relationships/tags" Target="../tags/tag38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tags" Target="../tags/tag53.xml"/><Relationship Id="rId18" Type="http://schemas.openxmlformats.org/officeDocument/2006/relationships/notesSlide" Target="../notesSlides/notesSlide5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tags" Target="../tags/tag5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6" Type="http://schemas.openxmlformats.org/officeDocument/2006/relationships/tags" Target="../tags/tag56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5" Type="http://schemas.openxmlformats.org/officeDocument/2006/relationships/tags" Target="../tags/tag45.xml"/><Relationship Id="rId15" Type="http://schemas.openxmlformats.org/officeDocument/2006/relationships/tags" Target="../tags/tag55.xml"/><Relationship Id="rId10" Type="http://schemas.openxmlformats.org/officeDocument/2006/relationships/tags" Target="../tags/tag50.xml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tags" Target="../tags/tag5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>
            <a:spLocks noChangeArrowheads="1"/>
          </p:cNvSpPr>
          <p:nvPr/>
        </p:nvSpPr>
        <p:spPr bwMode="auto">
          <a:xfrm flipH="1">
            <a:off x="3870960" y="1923415"/>
            <a:ext cx="10563225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altLang="zh-CN" sz="8800" dirty="0">
                <a:gradFill>
                  <a:gsLst>
                    <a:gs pos="0">
                      <a:srgbClr val="FF0000"/>
                    </a:gs>
                    <a:gs pos="53000">
                      <a:srgbClr val="D80C01"/>
                    </a:gs>
                    <a:gs pos="100000">
                      <a:srgbClr val="FF0000"/>
                    </a:gs>
                  </a:gsLst>
                  <a:lin ang="1116000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PPT主标题 80号字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 flipH="1">
            <a:off x="4205669" y="3474782"/>
            <a:ext cx="9893808" cy="923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>
              <a:lnSpc>
                <a:spcPct val="125000"/>
              </a:lnSpc>
              <a:buClrTx/>
              <a:buSzTx/>
              <a:buFontTx/>
            </a:pPr>
            <a:r>
              <a:rPr lang="en-US" altLang="zh-CN" sz="4800" dirty="0">
                <a:gradFill>
                  <a:gsLst>
                    <a:gs pos="0">
                      <a:srgbClr val="FF0000"/>
                    </a:gs>
                    <a:gs pos="53000">
                      <a:srgbClr val="D80C01"/>
                    </a:gs>
                    <a:gs pos="100000">
                      <a:srgbClr val="FF0000"/>
                    </a:gs>
                  </a:gsLst>
                  <a:lin ang="1116000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PPT副标题 48号字</a:t>
            </a:r>
          </a:p>
        </p:txBody>
      </p:sp>
      <p:sp>
        <p:nvSpPr>
          <p:cNvPr id="5" name="TextBox 3"/>
          <p:cNvSpPr txBox="1">
            <a:spLocks noChangeArrowheads="1"/>
          </p:cNvSpPr>
          <p:nvPr/>
        </p:nvSpPr>
        <p:spPr bwMode="auto">
          <a:xfrm flipH="1">
            <a:off x="7184590" y="5718421"/>
            <a:ext cx="3935965" cy="538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</a:rPr>
              <a:t>姓名</a:t>
            </a:r>
            <a:r>
              <a:rPr lang="en-US" altLang="zh-CN" sz="2800" dirty="0">
                <a:solidFill>
                  <a:schemeClr val="tx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</a:rPr>
              <a:t>28</a:t>
            </a:r>
            <a:r>
              <a:rPr lang="zh-CN" altLang="en-US" sz="2800" dirty="0">
                <a:solidFill>
                  <a:schemeClr val="tx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</a:rPr>
              <a:t>号字</a:t>
            </a:r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 flipH="1">
            <a:off x="7184590" y="5182276"/>
            <a:ext cx="3935965" cy="538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</a:rPr>
              <a:t>主讲人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>
            <a:spLocks noChangeArrowheads="1"/>
          </p:cNvSpPr>
          <p:nvPr/>
        </p:nvSpPr>
        <p:spPr bwMode="auto">
          <a:xfrm flipH="1">
            <a:off x="504826" y="361950"/>
            <a:ext cx="5681980" cy="923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en-US" sz="4800" dirty="0">
                <a:solidFill>
                  <a:srgbClr val="FF0000"/>
                </a:solidFill>
                <a:latin typeface="方正兰亭粗黑简体" panose="02000500000000000000" charset="-122"/>
                <a:ea typeface="方正兰亭粗黑简体" panose="02000500000000000000" charset="-122"/>
                <a:cs typeface="TTTGB Medium" panose="020C06030202040F0204" charset="-122"/>
              </a:rPr>
              <a:t>CONTENTS / </a:t>
            </a:r>
            <a:r>
              <a:rPr lang="zh-CN" altLang="en-US" sz="4800" dirty="0">
                <a:solidFill>
                  <a:srgbClr val="FF0000"/>
                </a:solidFill>
                <a:latin typeface="方正兰亭粗黑简体" panose="02000500000000000000" charset="-122"/>
                <a:ea typeface="方正兰亭粗黑简体" panose="02000500000000000000" charset="-122"/>
                <a:cs typeface="TTTGB Medium" panose="020C06030202040F0204" charset="-122"/>
              </a:rPr>
              <a:t>目录</a:t>
            </a:r>
          </a:p>
        </p:txBody>
      </p:sp>
      <p:sp>
        <p:nvSpPr>
          <p:cNvPr id="29" name="Text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 flipH="1">
            <a:off x="13705206" y="5520055"/>
            <a:ext cx="1625600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3200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章节标题</a:t>
            </a:r>
          </a:p>
        </p:txBody>
      </p:sp>
      <p:sp>
        <p:nvSpPr>
          <p:cNvPr id="30" name="Text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 flipH="1">
            <a:off x="13752831" y="6304915"/>
            <a:ext cx="2794000" cy="768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TTTGB Medium" panose="020C06030202040F0204" charset="-122"/>
              </a:rPr>
              <a:t>这是一段解释说明文字，</a:t>
            </a:r>
          </a:p>
          <a:p>
            <a:pPr algn="l">
              <a:lnSpc>
                <a:spcPct val="125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TTTGB Medium" panose="020C06030202040F0204" charset="-122"/>
              </a:rPr>
              <a:t>这是一段解释说明文字，</a:t>
            </a:r>
          </a:p>
        </p:txBody>
      </p:sp>
      <p:sp>
        <p:nvSpPr>
          <p:cNvPr id="31" name="TextBox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 flipH="1">
            <a:off x="13611861" y="2529840"/>
            <a:ext cx="2383155" cy="2885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sz="16000" dirty="0">
                <a:gradFill>
                  <a:gsLst>
                    <a:gs pos="34000">
                      <a:srgbClr val="FF0000"/>
                    </a:gs>
                    <a:gs pos="86000">
                      <a:srgbClr val="FF0000">
                        <a:alpha val="10000"/>
                      </a:srgbClr>
                    </a:gs>
                  </a:gsLst>
                  <a:lin ang="540000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  <a:sym typeface="+mn-ea"/>
              </a:rPr>
              <a:t>04</a:t>
            </a:r>
            <a:endParaRPr lang="en-US" altLang="zh-CN" sz="16000" dirty="0">
              <a:gradFill>
                <a:gsLst>
                  <a:gs pos="34000">
                    <a:srgbClr val="9BE1A3"/>
                  </a:gs>
                  <a:gs pos="86000">
                    <a:srgbClr val="9BE1A3">
                      <a:alpha val="11000"/>
                    </a:srgbClr>
                  </a:gs>
                </a:gsLst>
                <a:lin ang="5400000" scaled="0"/>
              </a:gradFill>
              <a:latin typeface="腾讯体 W7" panose="020C08030202040F0204" pitchFamily="34" charset="-122"/>
              <a:ea typeface="腾讯体 W7" panose="020C08030202040F0204" pitchFamily="34" charset="-122"/>
              <a:cs typeface="TTTGB Medium" panose="020C06030202040F0204" charset="-122"/>
              <a:sym typeface="+mn-ea"/>
            </a:endParaRPr>
          </a:p>
        </p:txBody>
      </p:sp>
      <p:sp>
        <p:nvSpPr>
          <p:cNvPr id="34" name="TextBox 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 flipH="1">
            <a:off x="9663431" y="5520055"/>
            <a:ext cx="1625600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3200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章节标题</a:t>
            </a:r>
          </a:p>
        </p:txBody>
      </p:sp>
      <p:sp>
        <p:nvSpPr>
          <p:cNvPr id="35" name="TextBox 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 flipH="1">
            <a:off x="9711056" y="6304915"/>
            <a:ext cx="2794000" cy="768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TTTGB Medium" panose="020C06030202040F0204" charset="-122"/>
              </a:rPr>
              <a:t>这是一段解释说明文字，</a:t>
            </a:r>
          </a:p>
          <a:p>
            <a:pPr algn="l">
              <a:lnSpc>
                <a:spcPct val="125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TTTGB Medium" panose="020C06030202040F0204" charset="-122"/>
              </a:rPr>
              <a:t>这是一段解释说明文字，</a:t>
            </a:r>
          </a:p>
        </p:txBody>
      </p:sp>
      <p:sp>
        <p:nvSpPr>
          <p:cNvPr id="36" name="TextBox 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 flipH="1">
            <a:off x="9570086" y="2529840"/>
            <a:ext cx="2383155" cy="2885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sz="16000" dirty="0">
                <a:gradFill>
                  <a:gsLst>
                    <a:gs pos="34000">
                      <a:srgbClr val="FF0000"/>
                    </a:gs>
                    <a:gs pos="86000">
                      <a:srgbClr val="FF0000">
                        <a:alpha val="10000"/>
                      </a:srgbClr>
                    </a:gs>
                  </a:gsLst>
                  <a:lin ang="540000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  <a:sym typeface="+mn-ea"/>
              </a:rPr>
              <a:t>03</a:t>
            </a:r>
            <a:endParaRPr lang="en-US" altLang="zh-CN" sz="16000" dirty="0">
              <a:gradFill>
                <a:gsLst>
                  <a:gs pos="34000">
                    <a:srgbClr val="FF0000"/>
                  </a:gs>
                  <a:gs pos="86000">
                    <a:srgbClr val="D10B13">
                      <a:alpha val="13000"/>
                      <a:lumMod val="46000"/>
                      <a:lumOff val="54000"/>
                    </a:srgbClr>
                  </a:gs>
                </a:gsLst>
                <a:lin ang="5400000" scaled="0"/>
              </a:gradFill>
              <a:latin typeface="腾讯体 W7" panose="020C08030202040F0204" pitchFamily="34" charset="-122"/>
              <a:ea typeface="腾讯体 W7" panose="020C08030202040F0204" pitchFamily="34" charset="-122"/>
              <a:cs typeface="TTTGB Medium" panose="020C06030202040F0204" charset="-122"/>
              <a:sym typeface="+mn-ea"/>
            </a:endParaRPr>
          </a:p>
        </p:txBody>
      </p:sp>
      <p:sp>
        <p:nvSpPr>
          <p:cNvPr id="38" name="TextBox 3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 flipH="1">
            <a:off x="5621656" y="5520055"/>
            <a:ext cx="1625600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3200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章节标题</a:t>
            </a:r>
          </a:p>
        </p:txBody>
      </p:sp>
      <p:sp>
        <p:nvSpPr>
          <p:cNvPr id="39" name="TextBox 3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 flipH="1">
            <a:off x="5669281" y="6304915"/>
            <a:ext cx="2794000" cy="768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TTTGB Medium" panose="020C06030202040F0204" charset="-122"/>
              </a:rPr>
              <a:t>这是一段解释说明文字，</a:t>
            </a:r>
          </a:p>
          <a:p>
            <a:pPr algn="l">
              <a:lnSpc>
                <a:spcPct val="125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TTTGB Medium" panose="020C06030202040F0204" charset="-122"/>
              </a:rPr>
              <a:t>这是一段解释说明文字，</a:t>
            </a:r>
          </a:p>
        </p:txBody>
      </p:sp>
      <p:sp>
        <p:nvSpPr>
          <p:cNvPr id="40" name="TextBox 3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 flipH="1">
            <a:off x="5528311" y="2529840"/>
            <a:ext cx="2383155" cy="2885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sz="16000" dirty="0">
                <a:gradFill>
                  <a:gsLst>
                    <a:gs pos="34000">
                      <a:srgbClr val="FF0000"/>
                    </a:gs>
                    <a:gs pos="86000">
                      <a:srgbClr val="FF0000">
                        <a:alpha val="10000"/>
                      </a:srgbClr>
                    </a:gs>
                  </a:gsLst>
                  <a:lin ang="540000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  <a:sym typeface="+mn-ea"/>
              </a:rPr>
              <a:t>02</a:t>
            </a:r>
            <a:endParaRPr lang="en-US" altLang="zh-CN" sz="16000" dirty="0">
              <a:gradFill>
                <a:gsLst>
                  <a:gs pos="34000">
                    <a:srgbClr val="9BE1A3"/>
                  </a:gs>
                  <a:gs pos="86000">
                    <a:srgbClr val="9BE1A3">
                      <a:alpha val="11000"/>
                    </a:srgbClr>
                  </a:gs>
                </a:gsLst>
                <a:lin ang="5400000" scaled="0"/>
              </a:gradFill>
              <a:latin typeface="腾讯体 W7" panose="020C08030202040F0204" pitchFamily="34" charset="-122"/>
              <a:ea typeface="腾讯体 W7" panose="020C08030202040F0204" pitchFamily="34" charset="-122"/>
              <a:cs typeface="TTTGB Medium" panose="020C06030202040F0204" charset="-122"/>
              <a:sym typeface="+mn-ea"/>
            </a:endParaRPr>
          </a:p>
        </p:txBody>
      </p:sp>
      <p:sp>
        <p:nvSpPr>
          <p:cNvPr id="42" name="TextBox 3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 flipH="1">
            <a:off x="1579881" y="5520055"/>
            <a:ext cx="1625600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3200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章节标题</a:t>
            </a:r>
          </a:p>
        </p:txBody>
      </p:sp>
      <p:sp>
        <p:nvSpPr>
          <p:cNvPr id="43" name="TextBox 3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 flipH="1">
            <a:off x="1627506" y="6304915"/>
            <a:ext cx="2794000" cy="768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TTTGB Medium" panose="020C06030202040F0204" charset="-122"/>
              </a:rPr>
              <a:t>这是一段解释说明文字，</a:t>
            </a:r>
          </a:p>
          <a:p>
            <a:pPr algn="l">
              <a:lnSpc>
                <a:spcPct val="125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TTTGB Medium" panose="020C06030202040F0204" charset="-122"/>
              </a:rPr>
              <a:t>这是一段解释说明文字，</a:t>
            </a:r>
          </a:p>
        </p:txBody>
      </p:sp>
      <p:sp>
        <p:nvSpPr>
          <p:cNvPr id="44" name="TextBox 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 flipH="1">
            <a:off x="1486536" y="2529840"/>
            <a:ext cx="2383155" cy="2885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sz="16000" dirty="0">
                <a:gradFill>
                  <a:gsLst>
                    <a:gs pos="34000">
                      <a:srgbClr val="FF0000"/>
                    </a:gs>
                    <a:gs pos="86000">
                      <a:srgbClr val="FF0000">
                        <a:alpha val="10000"/>
                      </a:srgbClr>
                    </a:gs>
                  </a:gsLst>
                  <a:lin ang="540000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  <a:sym typeface="+mn-ea"/>
              </a:rPr>
              <a:t>01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>
            <a:spLocks noChangeArrowheads="1"/>
          </p:cNvSpPr>
          <p:nvPr/>
        </p:nvSpPr>
        <p:spPr bwMode="auto">
          <a:xfrm flipH="1">
            <a:off x="2772010" y="4615472"/>
            <a:ext cx="12761126" cy="1384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>
              <a:lnSpc>
                <a:spcPct val="125000"/>
              </a:lnSpc>
              <a:buClrTx/>
              <a:buSzTx/>
              <a:buFontTx/>
            </a:pPr>
            <a:r>
              <a:rPr lang="en-US" altLang="zh-CN" sz="7200" dirty="0">
                <a:gradFill>
                  <a:gsLst>
                    <a:gs pos="0">
                      <a:srgbClr val="FF0000"/>
                    </a:gs>
                    <a:gs pos="53000">
                      <a:srgbClr val="D80C01"/>
                    </a:gs>
                    <a:gs pos="100000">
                      <a:srgbClr val="FF0000"/>
                    </a:gs>
                  </a:gsLst>
                  <a:lin ang="1116000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章节主标题 72号字</a:t>
            </a:r>
            <a:r>
              <a:rPr lang="en-US" altLang="zh-CN" sz="7200" dirty="0">
                <a:gradFill>
                  <a:gsLst>
                    <a:gs pos="0">
                      <a:srgbClr val="D10B13"/>
                    </a:gs>
                    <a:gs pos="53000">
                      <a:srgbClr val="C00000">
                        <a:alpha val="100000"/>
                      </a:srgbClr>
                    </a:gs>
                    <a:gs pos="100000">
                      <a:srgbClr val="D10B13"/>
                    </a:gs>
                  </a:gsLst>
                  <a:lin ang="1116000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 </a:t>
            </a:r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 flipH="1">
            <a:off x="2772645" y="6089515"/>
            <a:ext cx="12761126" cy="461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altLang="zh-CN" sz="2400" dirty="0">
                <a:gradFill>
                  <a:gsLst>
                    <a:gs pos="0">
                      <a:srgbClr val="FF0000"/>
                    </a:gs>
                    <a:gs pos="53000">
                      <a:srgbClr val="D80C01"/>
                    </a:gs>
                    <a:gs pos="100000">
                      <a:srgbClr val="FF0000"/>
                    </a:gs>
                  </a:gsLst>
                  <a:lin ang="1116000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章节副标题 24号字</a:t>
            </a:r>
            <a:r>
              <a:rPr lang="en-US" altLang="zh-CN" sz="2400" dirty="0">
                <a:gradFill>
                  <a:gsLst>
                    <a:gs pos="0">
                      <a:srgbClr val="D10B13"/>
                    </a:gs>
                    <a:gs pos="53000">
                      <a:srgbClr val="C00000">
                        <a:alpha val="100000"/>
                      </a:srgbClr>
                    </a:gs>
                    <a:gs pos="100000">
                      <a:srgbClr val="D10B13"/>
                    </a:gs>
                  </a:gsLst>
                  <a:lin ang="1116000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 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 flipH="1">
            <a:off x="7895439" y="2408520"/>
            <a:ext cx="2513897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altLang="zh-CN" sz="13800" dirty="0">
                <a:gradFill>
                  <a:gsLst>
                    <a:gs pos="34000">
                      <a:srgbClr val="FF0000"/>
                    </a:gs>
                    <a:gs pos="86000">
                      <a:srgbClr val="FF0000">
                        <a:alpha val="10000"/>
                      </a:srgbClr>
                    </a:gs>
                  </a:gsLst>
                  <a:lin ang="540000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01</a:t>
            </a:r>
            <a:endParaRPr lang="en-US" altLang="zh-CN" sz="13800" b="1" dirty="0">
              <a:gradFill>
                <a:gsLst>
                  <a:gs pos="34000">
                    <a:srgbClr val="FF0000"/>
                  </a:gs>
                  <a:gs pos="86000">
                    <a:srgbClr val="FF0000">
                      <a:alpha val="10000"/>
                    </a:srgbClr>
                  </a:gs>
                </a:gsLst>
                <a:lin ang="5400000" scaled="0"/>
              </a:gradFill>
              <a:latin typeface="腾讯体 W7" panose="020C08030202040F0204" pitchFamily="34" charset="-122"/>
              <a:ea typeface="腾讯体 W7" panose="020C08030202040F0204" pitchFamily="34" charset="-122"/>
              <a:cs typeface="TTTGB Medium" panose="020C06030202040F020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495413" y="3485862"/>
            <a:ext cx="4800600" cy="249301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indent="0" algn="l" defTabSz="394970">
              <a:lnSpc>
                <a:spcPct val="150000"/>
              </a:lnSpc>
              <a:buNone/>
            </a:pPr>
            <a:r>
              <a:rPr lang="zh-CN" altLang="en-US" sz="5400" dirty="0">
                <a:solidFill>
                  <a:schemeClr val="tx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  <a:sym typeface="+mn-lt"/>
              </a:rPr>
              <a:t>这里是章节列表</a:t>
            </a:r>
          </a:p>
          <a:p>
            <a:pPr indent="0" algn="l" defTabSz="394970">
              <a:lnSpc>
                <a:spcPct val="150000"/>
              </a:lnSpc>
              <a:buNone/>
            </a:pPr>
            <a:r>
              <a:rPr lang="zh-CN" altLang="en-US" sz="5400" dirty="0">
                <a:solidFill>
                  <a:schemeClr val="tx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  <a:sym typeface="+mn-lt"/>
              </a:rPr>
              <a:t>这里是章节列表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66271" y="469609"/>
            <a:ext cx="4124325" cy="4921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1372235"/>
            <a:r>
              <a:rPr lang="zh-CN" altLang="en-US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这里是一段标题</a:t>
            </a:r>
            <a:r>
              <a:rPr lang="en-US" altLang="zh-CN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32</a:t>
            </a:r>
            <a:r>
              <a:rPr lang="zh-CN" altLang="en-US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号字</a:t>
            </a:r>
          </a:p>
        </p:txBody>
      </p:sp>
      <p:sp>
        <p:nvSpPr>
          <p:cNvPr id="3" name="椭圆 2"/>
          <p:cNvSpPr/>
          <p:nvPr>
            <p:custDataLst>
              <p:tags r:id="rId2"/>
            </p:custDataLst>
          </p:nvPr>
        </p:nvSpPr>
        <p:spPr>
          <a:xfrm>
            <a:off x="3006090" y="4169410"/>
            <a:ext cx="217170" cy="21717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3006090" y="5435600"/>
            <a:ext cx="217170" cy="21717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133068" y="3485227"/>
            <a:ext cx="4800600" cy="249301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indent="0" algn="l" defTabSz="394970">
              <a:lnSpc>
                <a:spcPct val="150000"/>
              </a:lnSpc>
              <a:buNone/>
            </a:pPr>
            <a:r>
              <a:rPr lang="zh-CN" altLang="en-US" sz="5400" dirty="0">
                <a:solidFill>
                  <a:schemeClr val="tx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  <a:sym typeface="+mn-lt"/>
              </a:rPr>
              <a:t>这里是章节列表</a:t>
            </a:r>
          </a:p>
          <a:p>
            <a:pPr indent="0" algn="l" defTabSz="394970">
              <a:lnSpc>
                <a:spcPct val="150000"/>
              </a:lnSpc>
              <a:buNone/>
            </a:pPr>
            <a:r>
              <a:rPr lang="zh-CN" altLang="en-US" sz="5400" dirty="0">
                <a:solidFill>
                  <a:schemeClr val="tx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  <a:sym typeface="+mn-lt"/>
              </a:rPr>
              <a:t>这里是章节列表</a:t>
            </a:r>
          </a:p>
        </p:txBody>
      </p:sp>
      <p:sp>
        <p:nvSpPr>
          <p:cNvPr id="15" name="椭圆 14"/>
          <p:cNvSpPr/>
          <p:nvPr>
            <p:custDataLst>
              <p:tags r:id="rId5"/>
            </p:custDataLst>
          </p:nvPr>
        </p:nvSpPr>
        <p:spPr>
          <a:xfrm>
            <a:off x="9643745" y="4168775"/>
            <a:ext cx="217170" cy="21717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6"/>
            </p:custDataLst>
          </p:nvPr>
        </p:nvSpPr>
        <p:spPr>
          <a:xfrm>
            <a:off x="9643745" y="5434965"/>
            <a:ext cx="217170" cy="21717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66271" y="469609"/>
            <a:ext cx="4124325" cy="4921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1372235"/>
            <a:r>
              <a:rPr lang="zh-CN" altLang="en-US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这里是一段标题</a:t>
            </a:r>
            <a:r>
              <a:rPr lang="en-US" altLang="zh-CN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32</a:t>
            </a:r>
            <a:r>
              <a:rPr lang="zh-CN" altLang="en-US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号字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3" b="6448"/>
          <a:stretch>
            <a:fillRect/>
          </a:stretch>
        </p:blipFill>
        <p:spPr>
          <a:xfrm>
            <a:off x="7209790" y="2498090"/>
            <a:ext cx="9550400" cy="5290820"/>
          </a:xfrm>
          <a:prstGeom prst="rect">
            <a:avLst/>
          </a:prstGeom>
        </p:spPr>
      </p:pic>
      <p:sp>
        <p:nvSpPr>
          <p:cNvPr id="13" name="TextBox 2"/>
          <p:cNvSpPr txBox="1">
            <a:spLocks noChangeArrowheads="1"/>
          </p:cNvSpPr>
          <p:nvPr/>
        </p:nvSpPr>
        <p:spPr bwMode="auto">
          <a:xfrm>
            <a:off x="1287780" y="2209800"/>
            <a:ext cx="4850130" cy="221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zh-CN" altLang="en-US" sz="7200" dirty="0">
                <a:solidFill>
                  <a:schemeClr val="tx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这里是一段</a:t>
            </a:r>
            <a:endParaRPr lang="en-US" altLang="zh-CN" sz="7200" dirty="0">
              <a:solidFill>
                <a:schemeClr val="tx1"/>
              </a:solidFill>
              <a:latin typeface="腾讯体 W7" panose="020C08030202040F0204" pitchFamily="34" charset="-122"/>
              <a:ea typeface="腾讯体 W7" panose="020C08030202040F0204" pitchFamily="34" charset="-122"/>
              <a:cs typeface="TTTGB Medium" panose="020C06030202040F0204" charset="-122"/>
            </a:endParaRPr>
          </a:p>
          <a:p>
            <a:pPr eaLnBrk="1" hangingPunct="1"/>
            <a:r>
              <a:rPr lang="zh-CN" altLang="en-US" sz="7200" dirty="0">
                <a:solidFill>
                  <a:schemeClr val="tx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标题</a:t>
            </a:r>
          </a:p>
        </p:txBody>
      </p:sp>
      <p:sp>
        <p:nvSpPr>
          <p:cNvPr id="12" name="TextBox 3"/>
          <p:cNvSpPr txBox="1">
            <a:spLocks noChangeArrowheads="1"/>
          </p:cNvSpPr>
          <p:nvPr/>
        </p:nvSpPr>
        <p:spPr bwMode="auto">
          <a:xfrm flipH="1">
            <a:off x="1287780" y="4891405"/>
            <a:ext cx="4827270" cy="3211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腾讯体</a:t>
            </a:r>
            <a:r>
              <a:rPr lang="en-US" altLang="zh-CN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W3</a:t>
            </a: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 14-20</a:t>
            </a: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号字，这是一段解释说明文字，这是一段解释说明文字，这是一段解释说明文字，这是一段解释说明文字，这是一段解释说明文字，这是一段解释说明文字，这是一段解释说明文字，这是一段解释说明文字，这是一段解释说明文字，</a:t>
            </a: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66271" y="469609"/>
            <a:ext cx="4124325" cy="4921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1372235"/>
            <a:r>
              <a:rPr lang="zh-CN" altLang="en-US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这里是一段标题</a:t>
            </a:r>
            <a:r>
              <a:rPr lang="en-US" altLang="zh-CN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32</a:t>
            </a:r>
            <a:r>
              <a:rPr lang="zh-CN" altLang="en-US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号字</a:t>
            </a:r>
          </a:p>
        </p:txBody>
      </p:sp>
      <p:graphicFrame>
        <p:nvGraphicFramePr>
          <p:cNvPr id="2" name="Chart 9"/>
          <p:cNvGraphicFramePr/>
          <p:nvPr/>
        </p:nvGraphicFramePr>
        <p:xfrm>
          <a:off x="8670925" y="2239645"/>
          <a:ext cx="9488805" cy="5880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2"/>
          <p:cNvSpPr txBox="1">
            <a:spLocks noChangeArrowheads="1"/>
          </p:cNvSpPr>
          <p:nvPr/>
        </p:nvSpPr>
        <p:spPr bwMode="auto">
          <a:xfrm>
            <a:off x="1287780" y="2209800"/>
            <a:ext cx="4850130" cy="221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zh-CN" altLang="en-US" sz="7200" dirty="0">
                <a:solidFill>
                  <a:schemeClr val="tx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这里是一段</a:t>
            </a:r>
            <a:endParaRPr lang="en-US" altLang="zh-CN" sz="7200" dirty="0">
              <a:solidFill>
                <a:schemeClr val="tx1"/>
              </a:solidFill>
              <a:latin typeface="腾讯体 W7" panose="020C08030202040F0204" pitchFamily="34" charset="-122"/>
              <a:ea typeface="腾讯体 W7" panose="020C08030202040F0204" pitchFamily="34" charset="-122"/>
              <a:cs typeface="TTTGB Medium" panose="020C06030202040F0204" charset="-122"/>
            </a:endParaRPr>
          </a:p>
          <a:p>
            <a:pPr eaLnBrk="1" hangingPunct="1"/>
            <a:r>
              <a:rPr lang="zh-CN" altLang="en-US" sz="7200" dirty="0">
                <a:solidFill>
                  <a:schemeClr val="tx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标题</a:t>
            </a:r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 flipH="1">
            <a:off x="1287780" y="4891405"/>
            <a:ext cx="4827270" cy="3211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  <a:sym typeface="+mn-ea"/>
              </a:rPr>
              <a:t>腾讯体</a:t>
            </a:r>
            <a:r>
              <a:rPr lang="en-US" altLang="zh-CN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  <a:sym typeface="+mn-ea"/>
              </a:rPr>
              <a:t>W3</a:t>
            </a: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 14-20</a:t>
            </a: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号字，这是一段解释说明文字，这是一段解释说明文字，这是一段解释说明文字，这是一段解释说明文字，这是一段解释说明文字，这是一段解释说明文字，这是一段解释说明文字，这是一段解释说明文字，这是一段解释说明文字，</a:t>
            </a: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166271" y="469609"/>
            <a:ext cx="4124325" cy="4921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1372235"/>
            <a:r>
              <a:rPr lang="zh-CN" altLang="en-US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这里是一段标题</a:t>
            </a:r>
            <a:r>
              <a:rPr lang="en-US" altLang="zh-CN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32</a:t>
            </a:r>
            <a:r>
              <a:rPr lang="zh-CN" altLang="en-US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号字</a:t>
            </a:r>
          </a:p>
        </p:txBody>
      </p:sp>
      <p:cxnSp>
        <p:nvCxnSpPr>
          <p:cNvPr id="3" name="Straight Connector 9"/>
          <p:cNvCxnSpPr/>
          <p:nvPr>
            <p:custDataLst>
              <p:tags r:id="rId1"/>
            </p:custDataLst>
          </p:nvPr>
        </p:nvCxnSpPr>
        <p:spPr>
          <a:xfrm>
            <a:off x="-66581" y="3892943"/>
            <a:ext cx="18453251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5"/>
          <p:cNvSpPr txBox="1"/>
          <p:nvPr>
            <p:custDataLst>
              <p:tags r:id="rId2"/>
            </p:custDataLst>
          </p:nvPr>
        </p:nvSpPr>
        <p:spPr>
          <a:xfrm>
            <a:off x="1952723" y="4876993"/>
            <a:ext cx="2668217" cy="2399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这里是一段解释说明文字，这里是一段解释说明文字，这里是一段解释说明文字这里是一段解释说</a:t>
            </a:r>
            <a:r>
              <a:rPr lang="en-US" altLang="zh-CN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14-20</a:t>
            </a: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号字</a:t>
            </a:r>
          </a:p>
        </p:txBody>
      </p:sp>
      <p:sp>
        <p:nvSpPr>
          <p:cNvPr id="26" name="TextBox 6"/>
          <p:cNvSpPr txBox="1"/>
          <p:nvPr>
            <p:custDataLst>
              <p:tags r:id="rId3"/>
            </p:custDataLst>
          </p:nvPr>
        </p:nvSpPr>
        <p:spPr>
          <a:xfrm>
            <a:off x="1825723" y="3002352"/>
            <a:ext cx="2668217" cy="4781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</a:rPr>
              <a:t>2020</a:t>
            </a:r>
          </a:p>
        </p:txBody>
      </p:sp>
      <p:sp>
        <p:nvSpPr>
          <p:cNvPr id="27" name="TextBox 7"/>
          <p:cNvSpPr txBox="1"/>
          <p:nvPr>
            <p:custDataLst>
              <p:tags r:id="rId4"/>
            </p:custDataLst>
          </p:nvPr>
        </p:nvSpPr>
        <p:spPr>
          <a:xfrm>
            <a:off x="1825723" y="4200673"/>
            <a:ext cx="2668217" cy="53403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</a:rPr>
              <a:t>这是标题</a:t>
            </a:r>
          </a:p>
        </p:txBody>
      </p:sp>
      <p:sp>
        <p:nvSpPr>
          <p:cNvPr id="28" name="Oval 10"/>
          <p:cNvSpPr/>
          <p:nvPr>
            <p:custDataLst>
              <p:tags r:id="rId5"/>
            </p:custDataLst>
          </p:nvPr>
        </p:nvSpPr>
        <p:spPr>
          <a:xfrm>
            <a:off x="1825723" y="3776919"/>
            <a:ext cx="233874" cy="23387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846FC"/>
              </a:solidFill>
            </a:endParaRPr>
          </a:p>
        </p:txBody>
      </p:sp>
      <p:sp>
        <p:nvSpPr>
          <p:cNvPr id="21" name="TextBox 13"/>
          <p:cNvSpPr txBox="1"/>
          <p:nvPr>
            <p:custDataLst>
              <p:tags r:id="rId6"/>
            </p:custDataLst>
          </p:nvPr>
        </p:nvSpPr>
        <p:spPr>
          <a:xfrm>
            <a:off x="5034948" y="4870845"/>
            <a:ext cx="2668217" cy="2399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这里是一段解释说明文字，这里是一段解释说明文字，这里是一段解释说明文字这里是一段解释说</a:t>
            </a:r>
            <a:r>
              <a:rPr lang="en-US" altLang="zh-CN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14-20</a:t>
            </a: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号字</a:t>
            </a:r>
          </a:p>
        </p:txBody>
      </p:sp>
      <p:sp>
        <p:nvSpPr>
          <p:cNvPr id="22" name="TextBox 14"/>
          <p:cNvSpPr txBox="1"/>
          <p:nvPr>
            <p:custDataLst>
              <p:tags r:id="rId7"/>
            </p:custDataLst>
          </p:nvPr>
        </p:nvSpPr>
        <p:spPr>
          <a:xfrm>
            <a:off x="4907948" y="3002352"/>
            <a:ext cx="2668217" cy="4781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</a:rPr>
              <a:t>2021</a:t>
            </a:r>
          </a:p>
        </p:txBody>
      </p:sp>
      <p:sp>
        <p:nvSpPr>
          <p:cNvPr id="23" name="TextBox 15"/>
          <p:cNvSpPr txBox="1"/>
          <p:nvPr>
            <p:custDataLst>
              <p:tags r:id="rId8"/>
            </p:custDataLst>
          </p:nvPr>
        </p:nvSpPr>
        <p:spPr>
          <a:xfrm>
            <a:off x="4907948" y="4200673"/>
            <a:ext cx="2668217" cy="53403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</a:rPr>
              <a:t>这是标题</a:t>
            </a:r>
          </a:p>
        </p:txBody>
      </p:sp>
      <p:sp>
        <p:nvSpPr>
          <p:cNvPr id="24" name="Oval 16"/>
          <p:cNvSpPr/>
          <p:nvPr>
            <p:custDataLst>
              <p:tags r:id="rId9"/>
            </p:custDataLst>
          </p:nvPr>
        </p:nvSpPr>
        <p:spPr>
          <a:xfrm>
            <a:off x="4920628" y="3776940"/>
            <a:ext cx="234387" cy="23438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846FC"/>
              </a:solidFill>
            </a:endParaRPr>
          </a:p>
        </p:txBody>
      </p:sp>
      <p:sp>
        <p:nvSpPr>
          <p:cNvPr id="17" name="TextBox 18"/>
          <p:cNvSpPr txBox="1"/>
          <p:nvPr>
            <p:custDataLst>
              <p:tags r:id="rId10"/>
            </p:custDataLst>
          </p:nvPr>
        </p:nvSpPr>
        <p:spPr>
          <a:xfrm>
            <a:off x="8104970" y="4881026"/>
            <a:ext cx="2668217" cy="2399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这里是一段解释说明文字，这里是一段解释说明文字，这里是一段解释说明文字这里是一段解释说</a:t>
            </a:r>
            <a:r>
              <a:rPr lang="en-US" altLang="zh-CN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14-20</a:t>
            </a: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号字</a:t>
            </a:r>
          </a:p>
        </p:txBody>
      </p:sp>
      <p:sp>
        <p:nvSpPr>
          <p:cNvPr id="18" name="TextBox 19"/>
          <p:cNvSpPr txBox="1"/>
          <p:nvPr>
            <p:custDataLst>
              <p:tags r:id="rId11"/>
            </p:custDataLst>
          </p:nvPr>
        </p:nvSpPr>
        <p:spPr>
          <a:xfrm>
            <a:off x="7990670" y="3002352"/>
            <a:ext cx="1427874" cy="4781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</a:rPr>
              <a:t>2022</a:t>
            </a:r>
          </a:p>
        </p:txBody>
      </p:sp>
      <p:sp>
        <p:nvSpPr>
          <p:cNvPr id="19" name="TextBox 20"/>
          <p:cNvSpPr txBox="1"/>
          <p:nvPr>
            <p:custDataLst>
              <p:tags r:id="rId12"/>
            </p:custDataLst>
          </p:nvPr>
        </p:nvSpPr>
        <p:spPr>
          <a:xfrm>
            <a:off x="7990670" y="4200673"/>
            <a:ext cx="2668217" cy="53403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</a:rPr>
              <a:t>这是标题</a:t>
            </a:r>
          </a:p>
        </p:txBody>
      </p:sp>
      <p:sp>
        <p:nvSpPr>
          <p:cNvPr id="20" name="Oval 21"/>
          <p:cNvSpPr/>
          <p:nvPr>
            <p:custDataLst>
              <p:tags r:id="rId13"/>
            </p:custDataLst>
          </p:nvPr>
        </p:nvSpPr>
        <p:spPr>
          <a:xfrm>
            <a:off x="7990670" y="3778150"/>
            <a:ext cx="232646" cy="2326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846FC"/>
              </a:solidFill>
            </a:endParaRPr>
          </a:p>
        </p:txBody>
      </p:sp>
      <p:sp>
        <p:nvSpPr>
          <p:cNvPr id="13" name="TextBox 23"/>
          <p:cNvSpPr txBox="1"/>
          <p:nvPr>
            <p:custDataLst>
              <p:tags r:id="rId14"/>
            </p:custDataLst>
          </p:nvPr>
        </p:nvSpPr>
        <p:spPr>
          <a:xfrm>
            <a:off x="11244780" y="4881026"/>
            <a:ext cx="2668217" cy="2399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这里是一段解释说明文字，这里是一段解释说明文字，这里是一段解释说明文字这里是一段解释说</a:t>
            </a:r>
            <a:r>
              <a:rPr lang="en-US" altLang="zh-CN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14-20</a:t>
            </a: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号字</a:t>
            </a:r>
          </a:p>
        </p:txBody>
      </p:sp>
      <p:sp>
        <p:nvSpPr>
          <p:cNvPr id="14" name="TextBox 24"/>
          <p:cNvSpPr txBox="1"/>
          <p:nvPr>
            <p:custDataLst>
              <p:tags r:id="rId15"/>
            </p:custDataLst>
          </p:nvPr>
        </p:nvSpPr>
        <p:spPr>
          <a:xfrm>
            <a:off x="11130480" y="3002352"/>
            <a:ext cx="2668217" cy="4781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</a:rPr>
              <a:t>2023</a:t>
            </a:r>
          </a:p>
        </p:txBody>
      </p:sp>
      <p:sp>
        <p:nvSpPr>
          <p:cNvPr id="15" name="TextBox 25"/>
          <p:cNvSpPr txBox="1"/>
          <p:nvPr>
            <p:custDataLst>
              <p:tags r:id="rId16"/>
            </p:custDataLst>
          </p:nvPr>
        </p:nvSpPr>
        <p:spPr>
          <a:xfrm>
            <a:off x="11130480" y="4200673"/>
            <a:ext cx="2668217" cy="53403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</a:rPr>
              <a:t>这是标题</a:t>
            </a:r>
          </a:p>
        </p:txBody>
      </p:sp>
      <p:sp>
        <p:nvSpPr>
          <p:cNvPr id="16" name="Oval 26"/>
          <p:cNvSpPr/>
          <p:nvPr>
            <p:custDataLst>
              <p:tags r:id="rId17"/>
            </p:custDataLst>
          </p:nvPr>
        </p:nvSpPr>
        <p:spPr>
          <a:xfrm>
            <a:off x="11130480" y="3775093"/>
            <a:ext cx="235699" cy="2357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846FC"/>
              </a:solidFill>
            </a:endParaRPr>
          </a:p>
        </p:txBody>
      </p:sp>
      <p:sp>
        <p:nvSpPr>
          <p:cNvPr id="9" name="TextBox 28"/>
          <p:cNvSpPr txBox="1"/>
          <p:nvPr>
            <p:custDataLst>
              <p:tags r:id="rId18"/>
            </p:custDataLst>
          </p:nvPr>
        </p:nvSpPr>
        <p:spPr>
          <a:xfrm>
            <a:off x="14241129" y="4767281"/>
            <a:ext cx="2668217" cy="2399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这里是一段解释说明文字，这里是一段解释说明文字，这里是一段解释说明文字这里是一段解释说</a:t>
            </a:r>
            <a:r>
              <a:rPr lang="en-US" altLang="zh-CN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14-20</a:t>
            </a: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号字</a:t>
            </a:r>
          </a:p>
        </p:txBody>
      </p:sp>
      <p:sp>
        <p:nvSpPr>
          <p:cNvPr id="10" name="TextBox 29"/>
          <p:cNvSpPr txBox="1"/>
          <p:nvPr>
            <p:custDataLst>
              <p:tags r:id="rId19"/>
            </p:custDataLst>
          </p:nvPr>
        </p:nvSpPr>
        <p:spPr>
          <a:xfrm>
            <a:off x="14241130" y="3002352"/>
            <a:ext cx="2668217" cy="4781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</a:rPr>
              <a:t>2024</a:t>
            </a:r>
          </a:p>
        </p:txBody>
      </p:sp>
      <p:sp>
        <p:nvSpPr>
          <p:cNvPr id="11" name="TextBox 30"/>
          <p:cNvSpPr txBox="1"/>
          <p:nvPr>
            <p:custDataLst>
              <p:tags r:id="rId20"/>
            </p:custDataLst>
          </p:nvPr>
        </p:nvSpPr>
        <p:spPr>
          <a:xfrm>
            <a:off x="14241130" y="4200673"/>
            <a:ext cx="2668217" cy="53403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</a:rPr>
              <a:t>这是标题</a:t>
            </a:r>
          </a:p>
        </p:txBody>
      </p:sp>
      <p:sp>
        <p:nvSpPr>
          <p:cNvPr id="12" name="Oval 31"/>
          <p:cNvSpPr/>
          <p:nvPr>
            <p:custDataLst>
              <p:tags r:id="rId21"/>
            </p:custDataLst>
          </p:nvPr>
        </p:nvSpPr>
        <p:spPr>
          <a:xfrm>
            <a:off x="14241129" y="3779691"/>
            <a:ext cx="231101" cy="2311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846FC"/>
              </a:solidFill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166271" y="469609"/>
            <a:ext cx="4124325" cy="4921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1372235"/>
            <a:r>
              <a:rPr lang="zh-CN" altLang="en-US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这里是一段标题</a:t>
            </a:r>
            <a:r>
              <a:rPr lang="en-US" altLang="zh-CN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32</a:t>
            </a:r>
            <a:r>
              <a:rPr lang="zh-CN" altLang="en-US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号字</a:t>
            </a:r>
          </a:p>
        </p:txBody>
      </p:sp>
      <p:sp>
        <p:nvSpPr>
          <p:cNvPr id="2" name="椭圆 1"/>
          <p:cNvSpPr/>
          <p:nvPr>
            <p:custDataLst>
              <p:tags r:id="rId1"/>
            </p:custDataLst>
          </p:nvPr>
        </p:nvSpPr>
        <p:spPr>
          <a:xfrm>
            <a:off x="5856701" y="2560178"/>
            <a:ext cx="2555682" cy="2555682"/>
          </a:xfrm>
          <a:prstGeom prst="ellipse">
            <a:avLst/>
          </a:prstGeom>
          <a:solidFill>
            <a:srgbClr val="FF0000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29"/>
          <p:cNvSpPr txBox="1"/>
          <p:nvPr>
            <p:custDataLst>
              <p:tags r:id="rId2"/>
            </p:custDataLst>
          </p:nvPr>
        </p:nvSpPr>
        <p:spPr>
          <a:xfrm>
            <a:off x="1686086" y="5443606"/>
            <a:ext cx="2930374" cy="655955"/>
          </a:xfrm>
          <a:prstGeom prst="rect">
            <a:avLst/>
          </a:prstGeom>
          <a:ln w="12700">
            <a:miter lim="400000"/>
          </a:ln>
        </p:spPr>
        <p:txBody>
          <a:bodyPr wrap="square" lIns="28424" tIns="28424" rIns="28424" bIns="28424">
            <a:spAutoFit/>
          </a:bodyPr>
          <a:lstStyle>
            <a:lvl1pPr>
              <a:lnSpc>
                <a:spcPct val="130000"/>
              </a:lnSpc>
              <a:defRPr sz="20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algn="ctr"/>
            <a:r>
              <a:rPr lang="zh-CN" altLang="en-US" sz="30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</a:rPr>
              <a:t>腾讯体</a:t>
            </a:r>
            <a:r>
              <a:rPr lang="en-US" altLang="zh-CN" sz="30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</a:rPr>
              <a:t>W7-30</a:t>
            </a:r>
            <a:r>
              <a:rPr lang="zh-CN" altLang="en-US" sz="30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</a:rPr>
              <a:t>号</a:t>
            </a:r>
          </a:p>
        </p:txBody>
      </p:sp>
      <p:sp>
        <p:nvSpPr>
          <p:cNvPr id="6" name="借助人工智能与大数据  更安全的互联网营销"/>
          <p:cNvSpPr txBox="1"/>
          <p:nvPr>
            <p:custDataLst>
              <p:tags r:id="rId3"/>
            </p:custDataLst>
          </p:nvPr>
        </p:nvSpPr>
        <p:spPr>
          <a:xfrm>
            <a:off x="1755775" y="6215380"/>
            <a:ext cx="2899410" cy="1712595"/>
          </a:xfrm>
          <a:prstGeom prst="rect">
            <a:avLst/>
          </a:prstGeom>
          <a:ln w="12700">
            <a:miter lim="400000"/>
          </a:ln>
        </p:spPr>
        <p:txBody>
          <a:bodyPr wrap="square" lIns="25581" tIns="25582" rIns="25581" bIns="25582">
            <a:spAutoFit/>
          </a:bodyPr>
          <a:lstStyle>
            <a:lvl1pPr>
              <a:defRPr sz="2000">
                <a:solidFill>
                  <a:srgbClr val="00C8DC"/>
                </a:solidFill>
                <a:latin typeface="苹方 常规" panose="020B0300000000000000" charset="-122"/>
                <a:ea typeface="苹方 常规" panose="020B0300000000000000" charset="-122"/>
                <a:cs typeface="苹方 常规" panose="020B0300000000000000" charset="-122"/>
                <a:sym typeface="苹方 常规" panose="020B0300000000000000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这里是一段解释说明文字这里是一段解释说明文字，这里是一段解释说明文字</a:t>
            </a:r>
            <a:r>
              <a:rPr lang="en-US" altLang="zh-CN" sz="18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14-20</a:t>
            </a:r>
            <a:r>
              <a:rPr lang="zh-CN" altLang="en-US" sz="18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号字</a:t>
            </a:r>
          </a:p>
        </p:txBody>
      </p:sp>
      <p:sp>
        <p:nvSpPr>
          <p:cNvPr id="7" name="矩形 29"/>
          <p:cNvSpPr txBox="1"/>
          <p:nvPr>
            <p:custDataLst>
              <p:tags r:id="rId4"/>
            </p:custDataLst>
          </p:nvPr>
        </p:nvSpPr>
        <p:spPr>
          <a:xfrm>
            <a:off x="2041228" y="3209153"/>
            <a:ext cx="2044238" cy="1256030"/>
          </a:xfrm>
          <a:prstGeom prst="rect">
            <a:avLst/>
          </a:prstGeom>
          <a:ln w="12700">
            <a:miter lim="400000"/>
          </a:ln>
        </p:spPr>
        <p:txBody>
          <a:bodyPr wrap="square" lIns="28424" tIns="28424" rIns="28424" bIns="28424">
            <a:spAutoFit/>
          </a:bodyPr>
          <a:lstStyle>
            <a:lvl1pPr>
              <a:lnSpc>
                <a:spcPct val="130000"/>
              </a:lnSpc>
              <a:defRPr sz="20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algn="ctr"/>
            <a:r>
              <a:rPr lang="en-US" altLang="zh-CN" sz="6000" dirty="0">
                <a:solidFill>
                  <a:srgbClr val="FF0000"/>
                </a:solidFill>
                <a:latin typeface="方正兰亭粗黑简体" panose="02000500000000000000" charset="-122"/>
                <a:ea typeface="方正兰亭粗黑简体" panose="02000500000000000000" charset="-122"/>
              </a:rPr>
              <a:t>01</a:t>
            </a:r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1840081" y="2560178"/>
            <a:ext cx="2555682" cy="2555682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2"/>
              </a:solidFill>
            </a:endParaRPr>
          </a:p>
        </p:txBody>
      </p:sp>
      <p:sp>
        <p:nvSpPr>
          <p:cNvPr id="29" name="矩形 29"/>
          <p:cNvSpPr txBox="1"/>
          <p:nvPr>
            <p:custDataLst>
              <p:tags r:id="rId6"/>
            </p:custDataLst>
          </p:nvPr>
        </p:nvSpPr>
        <p:spPr>
          <a:xfrm>
            <a:off x="5597853" y="5443606"/>
            <a:ext cx="3073378" cy="655955"/>
          </a:xfrm>
          <a:prstGeom prst="rect">
            <a:avLst/>
          </a:prstGeom>
          <a:ln w="12700">
            <a:miter lim="400000"/>
          </a:ln>
        </p:spPr>
        <p:txBody>
          <a:bodyPr wrap="square" lIns="28424" tIns="28424" rIns="28424" bIns="28424">
            <a:spAutoFit/>
          </a:bodyPr>
          <a:lstStyle>
            <a:lvl1pPr>
              <a:lnSpc>
                <a:spcPct val="130000"/>
              </a:lnSpc>
              <a:defRPr sz="20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algn="ctr"/>
            <a:r>
              <a:rPr lang="zh-CN" altLang="en-US" sz="30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  <a:sym typeface="+mn-ea"/>
              </a:rPr>
              <a:t>腾讯体</a:t>
            </a:r>
            <a:r>
              <a:rPr lang="en-US" altLang="zh-CN" sz="30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  <a:sym typeface="+mn-ea"/>
              </a:rPr>
              <a:t>W-</a:t>
            </a:r>
            <a:r>
              <a:rPr lang="en-US" altLang="zh-CN" sz="30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</a:rPr>
              <a:t>30</a:t>
            </a:r>
            <a:r>
              <a:rPr lang="zh-CN" altLang="en-US" sz="30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</a:rPr>
              <a:t>号</a:t>
            </a:r>
          </a:p>
        </p:txBody>
      </p:sp>
      <p:sp>
        <p:nvSpPr>
          <p:cNvPr id="30" name="借助人工智能与大数据  更安全的互联网营销"/>
          <p:cNvSpPr txBox="1"/>
          <p:nvPr>
            <p:custDataLst>
              <p:tags r:id="rId7"/>
            </p:custDataLst>
          </p:nvPr>
        </p:nvSpPr>
        <p:spPr>
          <a:xfrm>
            <a:off x="5772150" y="6215380"/>
            <a:ext cx="2899410" cy="1712595"/>
          </a:xfrm>
          <a:prstGeom prst="rect">
            <a:avLst/>
          </a:prstGeom>
          <a:ln w="12700">
            <a:miter lim="400000"/>
          </a:ln>
        </p:spPr>
        <p:txBody>
          <a:bodyPr wrap="square" lIns="25581" tIns="25582" rIns="25581" bIns="25582">
            <a:spAutoFit/>
          </a:bodyPr>
          <a:lstStyle>
            <a:lvl1pPr>
              <a:defRPr sz="2000">
                <a:solidFill>
                  <a:srgbClr val="00C8DC"/>
                </a:solidFill>
                <a:latin typeface="苹方 常规" panose="020B0300000000000000" charset="-122"/>
                <a:ea typeface="苹方 常规" panose="020B0300000000000000" charset="-122"/>
                <a:cs typeface="苹方 常规" panose="020B0300000000000000" charset="-122"/>
                <a:sym typeface="苹方 常规" panose="020B0300000000000000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这里是一段解释说明文字这里是一段解释说明文字，这里是一段解释说明文字</a:t>
            </a:r>
            <a:r>
              <a:rPr lang="en-US" altLang="zh-CN" sz="18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14-20</a:t>
            </a:r>
            <a:r>
              <a:rPr lang="zh-CN" altLang="en-US" sz="18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号字</a:t>
            </a:r>
          </a:p>
        </p:txBody>
      </p:sp>
      <p:sp>
        <p:nvSpPr>
          <p:cNvPr id="31" name="矩形 29"/>
          <p:cNvSpPr txBox="1"/>
          <p:nvPr>
            <p:custDataLst>
              <p:tags r:id="rId8"/>
            </p:custDataLst>
          </p:nvPr>
        </p:nvSpPr>
        <p:spPr>
          <a:xfrm>
            <a:off x="6104352" y="3209153"/>
            <a:ext cx="2044238" cy="1256030"/>
          </a:xfrm>
          <a:prstGeom prst="rect">
            <a:avLst/>
          </a:prstGeom>
          <a:ln w="12700">
            <a:miter lim="400000"/>
          </a:ln>
        </p:spPr>
        <p:txBody>
          <a:bodyPr wrap="square" lIns="28424" tIns="28424" rIns="28424" bIns="28424">
            <a:spAutoFit/>
          </a:bodyPr>
          <a:lstStyle>
            <a:lvl1pPr>
              <a:lnSpc>
                <a:spcPct val="130000"/>
              </a:lnSpc>
              <a:defRPr sz="20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algn="ctr"/>
            <a:r>
              <a:rPr lang="en-US" altLang="zh-CN" sz="6000" dirty="0">
                <a:solidFill>
                  <a:schemeClr val="bg1"/>
                </a:solidFill>
                <a:latin typeface="方正兰亭粗黑简体" panose="02000500000000000000" charset="-122"/>
                <a:ea typeface="方正兰亭粗黑简体" panose="02000500000000000000" charset="-122"/>
              </a:rPr>
              <a:t>02</a:t>
            </a:r>
          </a:p>
        </p:txBody>
      </p:sp>
      <p:sp>
        <p:nvSpPr>
          <p:cNvPr id="32" name="借助人工智能与大数据  更安全的互联网营销"/>
          <p:cNvSpPr txBox="1"/>
          <p:nvPr>
            <p:custDataLst>
              <p:tags r:id="rId9"/>
            </p:custDataLst>
          </p:nvPr>
        </p:nvSpPr>
        <p:spPr>
          <a:xfrm>
            <a:off x="9789160" y="6215380"/>
            <a:ext cx="2899410" cy="1712595"/>
          </a:xfrm>
          <a:prstGeom prst="rect">
            <a:avLst/>
          </a:prstGeom>
          <a:ln w="12700">
            <a:miter lim="400000"/>
          </a:ln>
        </p:spPr>
        <p:txBody>
          <a:bodyPr wrap="square" lIns="25581" tIns="25582" rIns="25581" bIns="25582">
            <a:spAutoFit/>
          </a:bodyPr>
          <a:lstStyle>
            <a:lvl1pPr>
              <a:defRPr sz="2000">
                <a:solidFill>
                  <a:srgbClr val="00C8DC"/>
                </a:solidFill>
                <a:latin typeface="苹方 常规" panose="020B0300000000000000" charset="-122"/>
                <a:ea typeface="苹方 常规" panose="020B0300000000000000" charset="-122"/>
                <a:cs typeface="苹方 常规" panose="020B0300000000000000" charset="-122"/>
                <a:sym typeface="苹方 常规" panose="020B0300000000000000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这里是一段解释说明文字这里是一段解释说明文字，这里是一段解释说明文字</a:t>
            </a:r>
            <a:r>
              <a:rPr lang="en-US" altLang="zh-CN" sz="18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14-20</a:t>
            </a:r>
            <a:r>
              <a:rPr lang="zh-CN" altLang="en-US" sz="18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号字</a:t>
            </a:r>
          </a:p>
        </p:txBody>
      </p:sp>
      <p:sp>
        <p:nvSpPr>
          <p:cNvPr id="33" name="矩形 29"/>
          <p:cNvSpPr txBox="1"/>
          <p:nvPr>
            <p:custDataLst>
              <p:tags r:id="rId10"/>
            </p:custDataLst>
          </p:nvPr>
        </p:nvSpPr>
        <p:spPr>
          <a:xfrm>
            <a:off x="10092397" y="3209153"/>
            <a:ext cx="2044238" cy="1256030"/>
          </a:xfrm>
          <a:prstGeom prst="rect">
            <a:avLst/>
          </a:prstGeom>
          <a:ln w="12700">
            <a:miter lim="400000"/>
          </a:ln>
        </p:spPr>
        <p:txBody>
          <a:bodyPr wrap="square" lIns="28424" tIns="28424" rIns="28424" bIns="28424">
            <a:spAutoFit/>
          </a:bodyPr>
          <a:lstStyle>
            <a:lvl1pPr>
              <a:lnSpc>
                <a:spcPct val="130000"/>
              </a:lnSpc>
              <a:defRPr sz="20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algn="ctr"/>
            <a:r>
              <a:rPr lang="en-US" altLang="zh-CN" sz="6000" dirty="0">
                <a:solidFill>
                  <a:srgbClr val="FF0000"/>
                </a:solidFill>
                <a:latin typeface="方正兰亭粗黑简体" panose="02000500000000000000" charset="-122"/>
                <a:ea typeface="方正兰亭粗黑简体" panose="02000500000000000000" charset="-122"/>
              </a:rPr>
              <a:t>03</a:t>
            </a:r>
          </a:p>
        </p:txBody>
      </p:sp>
      <p:sp>
        <p:nvSpPr>
          <p:cNvPr id="34" name="椭圆 33"/>
          <p:cNvSpPr/>
          <p:nvPr>
            <p:custDataLst>
              <p:tags r:id="rId11"/>
            </p:custDataLst>
          </p:nvPr>
        </p:nvSpPr>
        <p:spPr>
          <a:xfrm>
            <a:off x="9873321" y="2560178"/>
            <a:ext cx="2555682" cy="2555682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5" name="借助人工智能与大数据  更安全的互联网营销"/>
          <p:cNvSpPr txBox="1"/>
          <p:nvPr>
            <p:custDataLst>
              <p:tags r:id="rId12"/>
            </p:custDataLst>
          </p:nvPr>
        </p:nvSpPr>
        <p:spPr>
          <a:xfrm>
            <a:off x="13805535" y="6215380"/>
            <a:ext cx="2899410" cy="1712595"/>
          </a:xfrm>
          <a:prstGeom prst="rect">
            <a:avLst/>
          </a:prstGeom>
          <a:ln w="12700">
            <a:miter lim="400000"/>
          </a:ln>
        </p:spPr>
        <p:txBody>
          <a:bodyPr wrap="square" lIns="25581" tIns="25582" rIns="25581" bIns="25582">
            <a:spAutoFit/>
          </a:bodyPr>
          <a:lstStyle>
            <a:lvl1pPr>
              <a:defRPr sz="2000">
                <a:solidFill>
                  <a:srgbClr val="00C8DC"/>
                </a:solidFill>
                <a:latin typeface="苹方 常规" panose="020B0300000000000000" charset="-122"/>
                <a:ea typeface="苹方 常规" panose="020B0300000000000000" charset="-122"/>
                <a:cs typeface="苹方 常规" panose="020B0300000000000000" charset="-122"/>
                <a:sym typeface="苹方 常规" panose="020B0300000000000000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这里是一段解释说明文字这里是一段解释说明文字，这里是一段解释说明文字</a:t>
            </a:r>
            <a:r>
              <a:rPr lang="en-US" altLang="zh-CN" sz="18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14-20</a:t>
            </a:r>
            <a:r>
              <a:rPr lang="zh-CN" altLang="en-US" sz="18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号字</a:t>
            </a:r>
          </a:p>
        </p:txBody>
      </p:sp>
      <p:sp>
        <p:nvSpPr>
          <p:cNvPr id="36" name="矩形 29"/>
          <p:cNvSpPr txBox="1"/>
          <p:nvPr>
            <p:custDataLst>
              <p:tags r:id="rId13"/>
            </p:custDataLst>
          </p:nvPr>
        </p:nvSpPr>
        <p:spPr>
          <a:xfrm>
            <a:off x="14091088" y="3209153"/>
            <a:ext cx="2044238" cy="1256030"/>
          </a:xfrm>
          <a:prstGeom prst="rect">
            <a:avLst/>
          </a:prstGeom>
          <a:ln w="12700">
            <a:miter lim="400000"/>
          </a:ln>
        </p:spPr>
        <p:txBody>
          <a:bodyPr wrap="square" lIns="28424" tIns="28424" rIns="28424" bIns="28424">
            <a:spAutoFit/>
          </a:bodyPr>
          <a:lstStyle>
            <a:lvl1pPr>
              <a:lnSpc>
                <a:spcPct val="130000"/>
              </a:lnSpc>
              <a:defRPr sz="20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algn="ctr"/>
            <a:r>
              <a:rPr lang="en-US" altLang="zh-CN" sz="6000" dirty="0">
                <a:solidFill>
                  <a:srgbClr val="FF0000"/>
                </a:solidFill>
                <a:latin typeface="方正兰亭粗黑简体" panose="02000500000000000000" charset="-122"/>
                <a:ea typeface="方正兰亭粗黑简体" panose="02000500000000000000" charset="-122"/>
              </a:rPr>
              <a:t>04</a:t>
            </a:r>
          </a:p>
        </p:txBody>
      </p:sp>
      <p:sp>
        <p:nvSpPr>
          <p:cNvPr id="37" name="椭圆 36"/>
          <p:cNvSpPr/>
          <p:nvPr>
            <p:custDataLst>
              <p:tags r:id="rId14"/>
            </p:custDataLst>
          </p:nvPr>
        </p:nvSpPr>
        <p:spPr>
          <a:xfrm>
            <a:off x="13889941" y="2560178"/>
            <a:ext cx="2555682" cy="2555682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矩形 29"/>
          <p:cNvSpPr txBox="1"/>
          <p:nvPr>
            <p:custDataLst>
              <p:tags r:id="rId15"/>
            </p:custDataLst>
          </p:nvPr>
        </p:nvSpPr>
        <p:spPr>
          <a:xfrm>
            <a:off x="9614473" y="5443606"/>
            <a:ext cx="3073378" cy="655955"/>
          </a:xfrm>
          <a:prstGeom prst="rect">
            <a:avLst/>
          </a:prstGeom>
          <a:ln w="12700">
            <a:miter lim="400000"/>
          </a:ln>
        </p:spPr>
        <p:txBody>
          <a:bodyPr wrap="square" lIns="28424" tIns="28424" rIns="28424" bIns="28424">
            <a:spAutoFit/>
          </a:bodyPr>
          <a:lstStyle>
            <a:lvl1pPr>
              <a:lnSpc>
                <a:spcPct val="130000"/>
              </a:lnSpc>
              <a:defRPr sz="20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algn="ctr"/>
            <a:r>
              <a:rPr lang="zh-CN" altLang="en-US" sz="30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  <a:sym typeface="+mn-ea"/>
              </a:rPr>
              <a:t>腾讯体</a:t>
            </a:r>
            <a:r>
              <a:rPr lang="en-US" altLang="zh-CN" sz="30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  <a:sym typeface="+mn-ea"/>
              </a:rPr>
              <a:t>W7-</a:t>
            </a:r>
            <a:r>
              <a:rPr lang="en-US" altLang="zh-CN" sz="30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</a:rPr>
              <a:t>30</a:t>
            </a:r>
            <a:r>
              <a:rPr lang="zh-CN" altLang="en-US" sz="30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</a:rPr>
              <a:t>号</a:t>
            </a:r>
          </a:p>
        </p:txBody>
      </p:sp>
      <p:sp>
        <p:nvSpPr>
          <p:cNvPr id="39" name="矩形 29"/>
          <p:cNvSpPr txBox="1"/>
          <p:nvPr>
            <p:custDataLst>
              <p:tags r:id="rId16"/>
            </p:custDataLst>
          </p:nvPr>
        </p:nvSpPr>
        <p:spPr>
          <a:xfrm>
            <a:off x="13631093" y="5443606"/>
            <a:ext cx="3073378" cy="655955"/>
          </a:xfrm>
          <a:prstGeom prst="rect">
            <a:avLst/>
          </a:prstGeom>
          <a:ln w="12700">
            <a:miter lim="400000"/>
          </a:ln>
        </p:spPr>
        <p:txBody>
          <a:bodyPr wrap="square" lIns="28424" tIns="28424" rIns="28424" bIns="28424">
            <a:spAutoFit/>
          </a:bodyPr>
          <a:lstStyle>
            <a:lvl1pPr>
              <a:lnSpc>
                <a:spcPct val="130000"/>
              </a:lnSpc>
              <a:defRPr sz="20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algn="ctr"/>
            <a:r>
              <a:rPr lang="zh-CN" altLang="en-US" sz="30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  <a:sym typeface="+mn-ea"/>
              </a:rPr>
              <a:t>腾讯体</a:t>
            </a:r>
            <a:r>
              <a:rPr lang="en-US" altLang="zh-CN" sz="30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  <a:sym typeface="+mn-ea"/>
              </a:rPr>
              <a:t>W7-</a:t>
            </a:r>
            <a:r>
              <a:rPr lang="en-US" altLang="zh-CN" sz="30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</a:rPr>
              <a:t>30</a:t>
            </a:r>
            <a:r>
              <a:rPr lang="zh-CN" altLang="en-US" sz="3000" b="1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腾讯体 W7" panose="020C08030202040F0204" pitchFamily="34" charset="-122"/>
              </a:rPr>
              <a:t>号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166271" y="469609"/>
            <a:ext cx="4124325" cy="4921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1372235"/>
            <a:r>
              <a:rPr lang="zh-CN" altLang="en-US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这里是一段标题</a:t>
            </a:r>
            <a:r>
              <a:rPr lang="en-US" altLang="zh-CN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32</a:t>
            </a:r>
            <a:r>
              <a:rPr lang="zh-CN" altLang="en-US" sz="3200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 Light" panose="020B0502040204020203" charset="-122"/>
                <a:sym typeface="+mn-lt"/>
              </a:rPr>
              <a:t>号字</a:t>
            </a:r>
          </a:p>
        </p:txBody>
      </p:sp>
      <p:sp>
        <p:nvSpPr>
          <p:cNvPr id="9" name="Shape 1645"/>
          <p:cNvSpPr/>
          <p:nvPr>
            <p:custDataLst>
              <p:tags r:id="rId1"/>
            </p:custDataLst>
          </p:nvPr>
        </p:nvSpPr>
        <p:spPr>
          <a:xfrm>
            <a:off x="11828023" y="4470052"/>
            <a:ext cx="1138232" cy="1138233"/>
          </a:xfrm>
          <a:prstGeom prst="ellipse">
            <a:avLst/>
          </a:prstGeom>
          <a:solidFill>
            <a:srgbClr val="FB7F54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  <a:endParaRPr sz="3200"/>
          </a:p>
        </p:txBody>
      </p:sp>
      <p:sp>
        <p:nvSpPr>
          <p:cNvPr id="10" name="Shape 1646"/>
          <p:cNvSpPr/>
          <p:nvPr>
            <p:custDataLst>
              <p:tags r:id="rId2"/>
            </p:custDataLst>
          </p:nvPr>
        </p:nvSpPr>
        <p:spPr>
          <a:xfrm>
            <a:off x="13172685" y="4597451"/>
            <a:ext cx="2275840" cy="474345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2400" b="1" cap="all">
                <a:solidFill>
                  <a:srgbClr val="44474F"/>
                </a:solidFill>
                <a:latin typeface="Helvetica" panose="020B0604020202020204"/>
                <a:ea typeface="Helvetica" panose="020B0604020202020204"/>
                <a:cs typeface="Helvetica" panose="020B0604020202020204"/>
                <a:sym typeface="Helvetica" panose="020B0604020202020204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  <a:sym typeface="+mn-ea"/>
              </a:rPr>
              <a:t>这里是一段标题</a:t>
            </a:r>
          </a:p>
        </p:txBody>
      </p:sp>
      <p:sp>
        <p:nvSpPr>
          <p:cNvPr id="11" name="Shape 1647"/>
          <p:cNvSpPr/>
          <p:nvPr>
            <p:custDataLst>
              <p:tags r:id="rId3"/>
            </p:custDataLst>
          </p:nvPr>
        </p:nvSpPr>
        <p:spPr>
          <a:xfrm>
            <a:off x="13173012" y="4961210"/>
            <a:ext cx="4451985" cy="603885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150000"/>
              </a:lnSpc>
              <a:defRPr sz="2000">
                <a:solidFill>
                  <a:srgbClr val="8B8C8C"/>
                </a:solidFill>
                <a:latin typeface="Helvetica" panose="020B0604020202020204"/>
                <a:ea typeface="Helvetica" panose="020B0604020202020204"/>
                <a:cs typeface="Helvetica" panose="020B0604020202020204"/>
                <a:sym typeface="Helvetica" panose="020B0604020202020204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  <a:sym typeface="+mn-ea"/>
              </a:rPr>
              <a:t>这里是一段解释说明文字， 14-20号字</a:t>
            </a:r>
          </a:p>
        </p:txBody>
      </p:sp>
      <p:sp>
        <p:nvSpPr>
          <p:cNvPr id="12" name="Shape 1648"/>
          <p:cNvSpPr/>
          <p:nvPr>
            <p:custDataLst>
              <p:tags r:id="rId4"/>
            </p:custDataLst>
          </p:nvPr>
        </p:nvSpPr>
        <p:spPr>
          <a:xfrm>
            <a:off x="10969748" y="2337142"/>
            <a:ext cx="1138232" cy="1138232"/>
          </a:xfrm>
          <a:prstGeom prst="ellipse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  <a:endParaRPr sz="3200"/>
          </a:p>
        </p:txBody>
      </p:sp>
      <p:sp>
        <p:nvSpPr>
          <p:cNvPr id="13" name="Shape 1649"/>
          <p:cNvSpPr/>
          <p:nvPr>
            <p:custDataLst>
              <p:tags r:id="rId5"/>
            </p:custDataLst>
          </p:nvPr>
        </p:nvSpPr>
        <p:spPr>
          <a:xfrm>
            <a:off x="12314410" y="2464540"/>
            <a:ext cx="2275840" cy="474345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2400" b="1" cap="all">
                <a:solidFill>
                  <a:srgbClr val="44474F"/>
                </a:solidFill>
                <a:latin typeface="Helvetica" panose="020B0604020202020204"/>
                <a:ea typeface="Helvetica" panose="020B0604020202020204"/>
                <a:cs typeface="Helvetica" panose="020B0604020202020204"/>
                <a:sym typeface="Helvetica" panose="020B0604020202020204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</a:rPr>
              <a:t>这里是一段标题</a:t>
            </a:r>
          </a:p>
        </p:txBody>
      </p:sp>
      <p:sp>
        <p:nvSpPr>
          <p:cNvPr id="14" name="Shape 1650"/>
          <p:cNvSpPr/>
          <p:nvPr>
            <p:custDataLst>
              <p:tags r:id="rId6"/>
            </p:custDataLst>
          </p:nvPr>
        </p:nvSpPr>
        <p:spPr>
          <a:xfrm>
            <a:off x="12314737" y="2828300"/>
            <a:ext cx="4451985" cy="603885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150000"/>
              </a:lnSpc>
              <a:defRPr sz="2000">
                <a:solidFill>
                  <a:srgbClr val="8B8C8C"/>
                </a:solidFill>
                <a:latin typeface="Helvetica" panose="020B0604020202020204"/>
                <a:ea typeface="Helvetica" panose="020B0604020202020204"/>
                <a:cs typeface="Helvetica" panose="020B0604020202020204"/>
                <a:sym typeface="Helvetica" panose="020B0604020202020204"/>
              </a:defRPr>
            </a:lvl1pPr>
          </a:lstStyle>
          <a:p>
            <a:r>
              <a:rPr lang="zh-CN" altLang="en-US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这里是一段解释说明文字</a:t>
            </a: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 14-20</a:t>
            </a: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号字</a:t>
            </a:r>
          </a:p>
        </p:txBody>
      </p:sp>
      <p:sp>
        <p:nvSpPr>
          <p:cNvPr id="15" name="Shape 1651"/>
          <p:cNvSpPr/>
          <p:nvPr>
            <p:custDataLst>
              <p:tags r:id="rId7"/>
            </p:custDataLst>
          </p:nvPr>
        </p:nvSpPr>
        <p:spPr>
          <a:xfrm>
            <a:off x="10969748" y="6488662"/>
            <a:ext cx="1138232" cy="1138232"/>
          </a:xfrm>
          <a:prstGeom prst="ellipse">
            <a:avLst/>
          </a:prstGeom>
          <a:solidFill>
            <a:srgbClr val="FBD59A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  <a:endParaRPr sz="3200"/>
          </a:p>
        </p:txBody>
      </p:sp>
      <p:sp>
        <p:nvSpPr>
          <p:cNvPr id="16" name="Shape 1652"/>
          <p:cNvSpPr/>
          <p:nvPr>
            <p:custDataLst>
              <p:tags r:id="rId8"/>
            </p:custDataLst>
          </p:nvPr>
        </p:nvSpPr>
        <p:spPr>
          <a:xfrm>
            <a:off x="12314410" y="6616060"/>
            <a:ext cx="2275840" cy="474345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2400" b="1" cap="all">
                <a:solidFill>
                  <a:srgbClr val="44474F"/>
                </a:solidFill>
                <a:latin typeface="Helvetica" panose="020B0604020202020204"/>
                <a:ea typeface="Helvetica" panose="020B0604020202020204"/>
                <a:cs typeface="Helvetica" panose="020B0604020202020204"/>
                <a:sym typeface="Helvetica" panose="020B0604020202020204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dirty="0">
                <a:solidFill>
                  <a:srgbClr val="013528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  <a:sym typeface="+mn-ea"/>
              </a:rPr>
              <a:t>这里是一段标题</a:t>
            </a:r>
          </a:p>
        </p:txBody>
      </p:sp>
      <p:sp>
        <p:nvSpPr>
          <p:cNvPr id="17" name="Shape 1653"/>
          <p:cNvSpPr/>
          <p:nvPr>
            <p:custDataLst>
              <p:tags r:id="rId9"/>
            </p:custDataLst>
          </p:nvPr>
        </p:nvSpPr>
        <p:spPr>
          <a:xfrm>
            <a:off x="12314737" y="6979820"/>
            <a:ext cx="4451985" cy="603885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150000"/>
              </a:lnSpc>
              <a:defRPr sz="2000">
                <a:solidFill>
                  <a:srgbClr val="8B8C8C"/>
                </a:solidFill>
                <a:latin typeface="Helvetica" panose="020B0604020202020204"/>
                <a:ea typeface="Helvetica" panose="020B0604020202020204"/>
                <a:cs typeface="Helvetica" panose="020B0604020202020204"/>
                <a:sym typeface="Helvetica" panose="020B0604020202020204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  <a:sym typeface="+mn-ea"/>
              </a:rPr>
              <a:t>这里是一段解释说明文字， 14-20号字</a:t>
            </a:r>
          </a:p>
        </p:txBody>
      </p:sp>
      <p:sp>
        <p:nvSpPr>
          <p:cNvPr id="18" name="Shape 1658"/>
          <p:cNvSpPr/>
          <p:nvPr>
            <p:custDataLst>
              <p:tags r:id="rId10"/>
            </p:custDataLst>
          </p:nvPr>
        </p:nvSpPr>
        <p:spPr>
          <a:xfrm>
            <a:off x="11377275" y="2767312"/>
            <a:ext cx="323179" cy="2778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84" y="4467"/>
                </a:moveTo>
                <a:cubicBezTo>
                  <a:pt x="21073" y="4283"/>
                  <a:pt x="20915" y="4283"/>
                  <a:pt x="20757" y="4283"/>
                </a:cubicBezTo>
                <a:cubicBezTo>
                  <a:pt x="15805" y="4283"/>
                  <a:pt x="15805" y="4283"/>
                  <a:pt x="15805" y="4283"/>
                </a:cubicBezTo>
                <a:cubicBezTo>
                  <a:pt x="15805" y="1040"/>
                  <a:pt x="15805" y="1040"/>
                  <a:pt x="15805" y="1040"/>
                </a:cubicBezTo>
                <a:cubicBezTo>
                  <a:pt x="15805" y="367"/>
                  <a:pt x="15278" y="0"/>
                  <a:pt x="14751" y="0"/>
                </a:cubicBezTo>
                <a:cubicBezTo>
                  <a:pt x="6849" y="0"/>
                  <a:pt x="6849" y="0"/>
                  <a:pt x="6849" y="0"/>
                </a:cubicBezTo>
                <a:cubicBezTo>
                  <a:pt x="6322" y="0"/>
                  <a:pt x="6006" y="367"/>
                  <a:pt x="6006" y="1040"/>
                </a:cubicBezTo>
                <a:cubicBezTo>
                  <a:pt x="6006" y="4283"/>
                  <a:pt x="6006" y="4283"/>
                  <a:pt x="6006" y="4283"/>
                </a:cubicBezTo>
                <a:cubicBezTo>
                  <a:pt x="1054" y="4283"/>
                  <a:pt x="1054" y="4283"/>
                  <a:pt x="1054" y="4283"/>
                </a:cubicBezTo>
                <a:cubicBezTo>
                  <a:pt x="527" y="4283"/>
                  <a:pt x="0" y="4712"/>
                  <a:pt x="0" y="5324"/>
                </a:cubicBezTo>
                <a:cubicBezTo>
                  <a:pt x="0" y="20621"/>
                  <a:pt x="0" y="20621"/>
                  <a:pt x="0" y="20621"/>
                </a:cubicBezTo>
                <a:cubicBezTo>
                  <a:pt x="0" y="21233"/>
                  <a:pt x="527" y="21600"/>
                  <a:pt x="1054" y="21600"/>
                </a:cubicBezTo>
                <a:cubicBezTo>
                  <a:pt x="20757" y="21600"/>
                  <a:pt x="20757" y="21600"/>
                  <a:pt x="20757" y="21600"/>
                </a:cubicBezTo>
                <a:cubicBezTo>
                  <a:pt x="21284" y="21600"/>
                  <a:pt x="21600" y="21233"/>
                  <a:pt x="21600" y="20621"/>
                </a:cubicBezTo>
                <a:cubicBezTo>
                  <a:pt x="21600" y="5324"/>
                  <a:pt x="21600" y="5324"/>
                  <a:pt x="21600" y="5324"/>
                </a:cubicBezTo>
                <a:cubicBezTo>
                  <a:pt x="21600" y="4895"/>
                  <a:pt x="21442" y="4712"/>
                  <a:pt x="21284" y="4467"/>
                </a:cubicBezTo>
                <a:close/>
                <a:moveTo>
                  <a:pt x="7744" y="2019"/>
                </a:moveTo>
                <a:cubicBezTo>
                  <a:pt x="13908" y="2019"/>
                  <a:pt x="13908" y="2019"/>
                  <a:pt x="13908" y="2019"/>
                </a:cubicBezTo>
                <a:cubicBezTo>
                  <a:pt x="13908" y="4283"/>
                  <a:pt x="13908" y="4283"/>
                  <a:pt x="13908" y="4283"/>
                </a:cubicBezTo>
                <a:cubicBezTo>
                  <a:pt x="7744" y="4283"/>
                  <a:pt x="7744" y="4283"/>
                  <a:pt x="7744" y="4283"/>
                </a:cubicBezTo>
                <a:lnTo>
                  <a:pt x="7744" y="2019"/>
                </a:lnTo>
                <a:close/>
                <a:moveTo>
                  <a:pt x="19703" y="6547"/>
                </a:moveTo>
                <a:cubicBezTo>
                  <a:pt x="19703" y="12238"/>
                  <a:pt x="19703" y="12238"/>
                  <a:pt x="19703" y="12238"/>
                </a:cubicBezTo>
                <a:cubicBezTo>
                  <a:pt x="13171" y="12238"/>
                  <a:pt x="13171" y="12238"/>
                  <a:pt x="13171" y="12238"/>
                </a:cubicBezTo>
                <a:cubicBezTo>
                  <a:pt x="13171" y="11810"/>
                  <a:pt x="13171" y="11810"/>
                  <a:pt x="13171" y="11810"/>
                </a:cubicBezTo>
                <a:cubicBezTo>
                  <a:pt x="13171" y="11442"/>
                  <a:pt x="12855" y="11014"/>
                  <a:pt x="12486" y="11014"/>
                </a:cubicBezTo>
                <a:cubicBezTo>
                  <a:pt x="9325" y="11014"/>
                  <a:pt x="9325" y="11014"/>
                  <a:pt x="9325" y="11014"/>
                </a:cubicBezTo>
                <a:cubicBezTo>
                  <a:pt x="8798" y="11014"/>
                  <a:pt x="8429" y="11442"/>
                  <a:pt x="8429" y="11810"/>
                </a:cubicBezTo>
                <a:cubicBezTo>
                  <a:pt x="8429" y="12238"/>
                  <a:pt x="8429" y="12238"/>
                  <a:pt x="8429" y="12238"/>
                </a:cubicBezTo>
                <a:cubicBezTo>
                  <a:pt x="1949" y="12238"/>
                  <a:pt x="1949" y="12238"/>
                  <a:pt x="1949" y="12238"/>
                </a:cubicBezTo>
                <a:cubicBezTo>
                  <a:pt x="1949" y="6547"/>
                  <a:pt x="1949" y="6547"/>
                  <a:pt x="1949" y="6547"/>
                </a:cubicBezTo>
                <a:lnTo>
                  <a:pt x="19703" y="6547"/>
                </a:lnTo>
                <a:close/>
                <a:moveTo>
                  <a:pt x="11801" y="12666"/>
                </a:moveTo>
                <a:cubicBezTo>
                  <a:pt x="11801" y="13278"/>
                  <a:pt x="11801" y="13278"/>
                  <a:pt x="11801" y="13278"/>
                </a:cubicBezTo>
                <a:cubicBezTo>
                  <a:pt x="9852" y="13278"/>
                  <a:pt x="9852" y="13278"/>
                  <a:pt x="9852" y="13278"/>
                </a:cubicBezTo>
                <a:cubicBezTo>
                  <a:pt x="9852" y="12666"/>
                  <a:pt x="9852" y="12666"/>
                  <a:pt x="9852" y="12666"/>
                </a:cubicBezTo>
                <a:lnTo>
                  <a:pt x="11801" y="12666"/>
                </a:lnTo>
                <a:close/>
                <a:moveTo>
                  <a:pt x="1949" y="19581"/>
                </a:moveTo>
                <a:cubicBezTo>
                  <a:pt x="1949" y="13890"/>
                  <a:pt x="1949" y="13890"/>
                  <a:pt x="1949" y="13890"/>
                </a:cubicBezTo>
                <a:cubicBezTo>
                  <a:pt x="8429" y="13890"/>
                  <a:pt x="8429" y="13890"/>
                  <a:pt x="8429" y="13890"/>
                </a:cubicBezTo>
                <a:cubicBezTo>
                  <a:pt x="8429" y="14074"/>
                  <a:pt x="8429" y="14074"/>
                  <a:pt x="8429" y="14074"/>
                </a:cubicBezTo>
                <a:cubicBezTo>
                  <a:pt x="8429" y="14502"/>
                  <a:pt x="8798" y="14869"/>
                  <a:pt x="9325" y="14869"/>
                </a:cubicBezTo>
                <a:cubicBezTo>
                  <a:pt x="12486" y="14869"/>
                  <a:pt x="12486" y="14869"/>
                  <a:pt x="12486" y="14869"/>
                </a:cubicBezTo>
                <a:cubicBezTo>
                  <a:pt x="12855" y="14869"/>
                  <a:pt x="13171" y="14502"/>
                  <a:pt x="13171" y="14074"/>
                </a:cubicBezTo>
                <a:cubicBezTo>
                  <a:pt x="13171" y="13890"/>
                  <a:pt x="13171" y="13890"/>
                  <a:pt x="13171" y="13890"/>
                </a:cubicBezTo>
                <a:cubicBezTo>
                  <a:pt x="19703" y="13890"/>
                  <a:pt x="19703" y="13890"/>
                  <a:pt x="19703" y="13890"/>
                </a:cubicBezTo>
                <a:cubicBezTo>
                  <a:pt x="19703" y="19581"/>
                  <a:pt x="19703" y="19581"/>
                  <a:pt x="19703" y="19581"/>
                </a:cubicBezTo>
                <a:lnTo>
                  <a:pt x="1949" y="19581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>
                <a:latin typeface="Helvetica" panose="020B0604020202020204"/>
                <a:ea typeface="Helvetica" panose="020B0604020202020204"/>
                <a:cs typeface="Helvetica" panose="020B0604020202020204"/>
                <a:sym typeface="Helvetica" panose="020B0604020202020204"/>
              </a:defRPr>
            </a:pPr>
            <a:endParaRPr sz="1800"/>
          </a:p>
        </p:txBody>
      </p:sp>
      <p:sp>
        <p:nvSpPr>
          <p:cNvPr id="19" name="Shape 1659"/>
          <p:cNvSpPr/>
          <p:nvPr>
            <p:custDataLst>
              <p:tags r:id="rId11"/>
            </p:custDataLst>
          </p:nvPr>
        </p:nvSpPr>
        <p:spPr>
          <a:xfrm>
            <a:off x="12246854" y="4900221"/>
            <a:ext cx="300571" cy="2778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05" y="13642"/>
                </a:moveTo>
                <a:cubicBezTo>
                  <a:pt x="14224" y="13642"/>
                  <a:pt x="17227" y="10573"/>
                  <a:pt x="17227" y="6821"/>
                </a:cubicBezTo>
                <a:cubicBezTo>
                  <a:pt x="17227" y="3013"/>
                  <a:pt x="14224" y="0"/>
                  <a:pt x="10905" y="0"/>
                </a:cubicBezTo>
                <a:cubicBezTo>
                  <a:pt x="7376" y="0"/>
                  <a:pt x="4583" y="3013"/>
                  <a:pt x="4583" y="6821"/>
                </a:cubicBezTo>
                <a:cubicBezTo>
                  <a:pt x="4583" y="10573"/>
                  <a:pt x="7376" y="13642"/>
                  <a:pt x="10905" y="13642"/>
                </a:cubicBezTo>
                <a:close/>
                <a:moveTo>
                  <a:pt x="10905" y="1876"/>
                </a:moveTo>
                <a:cubicBezTo>
                  <a:pt x="13381" y="1876"/>
                  <a:pt x="15278" y="4149"/>
                  <a:pt x="15278" y="6821"/>
                </a:cubicBezTo>
                <a:cubicBezTo>
                  <a:pt x="15278" y="9436"/>
                  <a:pt x="13381" y="11539"/>
                  <a:pt x="10905" y="11539"/>
                </a:cubicBezTo>
                <a:cubicBezTo>
                  <a:pt x="8429" y="11539"/>
                  <a:pt x="6322" y="9436"/>
                  <a:pt x="6322" y="6821"/>
                </a:cubicBezTo>
                <a:cubicBezTo>
                  <a:pt x="6322" y="4149"/>
                  <a:pt x="8429" y="1876"/>
                  <a:pt x="10905" y="1876"/>
                </a:cubicBezTo>
                <a:close/>
                <a:moveTo>
                  <a:pt x="13698" y="14211"/>
                </a:moveTo>
                <a:cubicBezTo>
                  <a:pt x="13540" y="14211"/>
                  <a:pt x="13171" y="14211"/>
                  <a:pt x="12855" y="14381"/>
                </a:cubicBezTo>
                <a:cubicBezTo>
                  <a:pt x="10905" y="16257"/>
                  <a:pt x="10905" y="16257"/>
                  <a:pt x="10905" y="16257"/>
                </a:cubicBezTo>
                <a:cubicBezTo>
                  <a:pt x="8798" y="14381"/>
                  <a:pt x="8798" y="14381"/>
                  <a:pt x="8798" y="14381"/>
                </a:cubicBezTo>
                <a:cubicBezTo>
                  <a:pt x="8640" y="14211"/>
                  <a:pt x="8271" y="14211"/>
                  <a:pt x="7902" y="14211"/>
                </a:cubicBezTo>
                <a:cubicBezTo>
                  <a:pt x="6691" y="14779"/>
                  <a:pt x="0" y="17223"/>
                  <a:pt x="0" y="20634"/>
                </a:cubicBezTo>
                <a:cubicBezTo>
                  <a:pt x="0" y="21202"/>
                  <a:pt x="527" y="21600"/>
                  <a:pt x="1054" y="21600"/>
                </a:cubicBezTo>
                <a:cubicBezTo>
                  <a:pt x="20757" y="21600"/>
                  <a:pt x="20757" y="21600"/>
                  <a:pt x="20757" y="21600"/>
                </a:cubicBezTo>
                <a:cubicBezTo>
                  <a:pt x="21284" y="21600"/>
                  <a:pt x="21600" y="21202"/>
                  <a:pt x="21600" y="20634"/>
                </a:cubicBezTo>
                <a:cubicBezTo>
                  <a:pt x="21600" y="17223"/>
                  <a:pt x="15120" y="14779"/>
                  <a:pt x="13698" y="14211"/>
                </a:cubicBezTo>
                <a:close/>
                <a:moveTo>
                  <a:pt x="2476" y="19667"/>
                </a:moveTo>
                <a:cubicBezTo>
                  <a:pt x="3530" y="18360"/>
                  <a:pt x="6006" y="17223"/>
                  <a:pt x="8113" y="16257"/>
                </a:cubicBezTo>
                <a:cubicBezTo>
                  <a:pt x="10220" y="18360"/>
                  <a:pt x="10220" y="18360"/>
                  <a:pt x="10220" y="18360"/>
                </a:cubicBezTo>
                <a:cubicBezTo>
                  <a:pt x="10537" y="18758"/>
                  <a:pt x="11063" y="18758"/>
                  <a:pt x="11432" y="18360"/>
                </a:cubicBezTo>
                <a:cubicBezTo>
                  <a:pt x="13698" y="16257"/>
                  <a:pt x="13698" y="16257"/>
                  <a:pt x="13698" y="16257"/>
                </a:cubicBezTo>
                <a:cubicBezTo>
                  <a:pt x="15805" y="17223"/>
                  <a:pt x="18281" y="18360"/>
                  <a:pt x="19335" y="19667"/>
                </a:cubicBezTo>
                <a:lnTo>
                  <a:pt x="2476" y="19667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>
                <a:latin typeface="Helvetica" panose="020B0604020202020204"/>
                <a:ea typeface="Helvetica" panose="020B0604020202020204"/>
                <a:cs typeface="Helvetica" panose="020B0604020202020204"/>
                <a:sym typeface="Helvetica" panose="020B0604020202020204"/>
              </a:defRPr>
            </a:pPr>
            <a:endParaRPr sz="1800"/>
          </a:p>
        </p:txBody>
      </p:sp>
      <p:sp>
        <p:nvSpPr>
          <p:cNvPr id="20" name="Shape 1660"/>
          <p:cNvSpPr/>
          <p:nvPr>
            <p:custDataLst>
              <p:tags r:id="rId12"/>
            </p:custDataLst>
          </p:nvPr>
        </p:nvSpPr>
        <p:spPr>
          <a:xfrm>
            <a:off x="11402980" y="6918831"/>
            <a:ext cx="271771" cy="2778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43" y="16740"/>
                </a:moveTo>
                <a:cubicBezTo>
                  <a:pt x="19943" y="11502"/>
                  <a:pt x="19943" y="11502"/>
                  <a:pt x="19943" y="11502"/>
                </a:cubicBezTo>
                <a:cubicBezTo>
                  <a:pt x="19943" y="10098"/>
                  <a:pt x="18838" y="8802"/>
                  <a:pt x="17346" y="8802"/>
                </a:cubicBezTo>
                <a:cubicBezTo>
                  <a:pt x="11822" y="8802"/>
                  <a:pt x="11822" y="8802"/>
                  <a:pt x="11822" y="8802"/>
                </a:cubicBezTo>
                <a:cubicBezTo>
                  <a:pt x="11822" y="4860"/>
                  <a:pt x="11822" y="4860"/>
                  <a:pt x="11822" y="4860"/>
                </a:cubicBezTo>
                <a:cubicBezTo>
                  <a:pt x="12706" y="4482"/>
                  <a:pt x="13479" y="3618"/>
                  <a:pt x="13479" y="2538"/>
                </a:cubicBezTo>
                <a:cubicBezTo>
                  <a:pt x="13479" y="1080"/>
                  <a:pt x="12209" y="0"/>
                  <a:pt x="10883" y="0"/>
                </a:cubicBezTo>
                <a:cubicBezTo>
                  <a:pt x="9447" y="0"/>
                  <a:pt x="8121" y="1080"/>
                  <a:pt x="8121" y="2538"/>
                </a:cubicBezTo>
                <a:cubicBezTo>
                  <a:pt x="8121" y="3618"/>
                  <a:pt x="8839" y="4482"/>
                  <a:pt x="9778" y="4860"/>
                </a:cubicBezTo>
                <a:cubicBezTo>
                  <a:pt x="9778" y="8802"/>
                  <a:pt x="9778" y="8802"/>
                  <a:pt x="9778" y="8802"/>
                </a:cubicBezTo>
                <a:cubicBezTo>
                  <a:pt x="4254" y="8802"/>
                  <a:pt x="4254" y="8802"/>
                  <a:pt x="4254" y="8802"/>
                </a:cubicBezTo>
                <a:cubicBezTo>
                  <a:pt x="2762" y="8802"/>
                  <a:pt x="1657" y="10098"/>
                  <a:pt x="1657" y="11502"/>
                </a:cubicBezTo>
                <a:cubicBezTo>
                  <a:pt x="1657" y="16740"/>
                  <a:pt x="1657" y="16740"/>
                  <a:pt x="1657" y="16740"/>
                </a:cubicBezTo>
                <a:cubicBezTo>
                  <a:pt x="773" y="17118"/>
                  <a:pt x="0" y="17982"/>
                  <a:pt x="0" y="19116"/>
                </a:cubicBezTo>
                <a:cubicBezTo>
                  <a:pt x="0" y="20520"/>
                  <a:pt x="1105" y="21600"/>
                  <a:pt x="2596" y="21600"/>
                </a:cubicBezTo>
                <a:cubicBezTo>
                  <a:pt x="4088" y="21600"/>
                  <a:pt x="5359" y="20520"/>
                  <a:pt x="5359" y="19116"/>
                </a:cubicBezTo>
                <a:cubicBezTo>
                  <a:pt x="5359" y="17982"/>
                  <a:pt x="4419" y="17118"/>
                  <a:pt x="3701" y="16740"/>
                </a:cubicBezTo>
                <a:cubicBezTo>
                  <a:pt x="3701" y="11502"/>
                  <a:pt x="3701" y="11502"/>
                  <a:pt x="3701" y="11502"/>
                </a:cubicBezTo>
                <a:cubicBezTo>
                  <a:pt x="3701" y="11178"/>
                  <a:pt x="3867" y="10800"/>
                  <a:pt x="4254" y="10800"/>
                </a:cubicBezTo>
                <a:cubicBezTo>
                  <a:pt x="9778" y="10800"/>
                  <a:pt x="9778" y="10800"/>
                  <a:pt x="9778" y="10800"/>
                </a:cubicBezTo>
                <a:cubicBezTo>
                  <a:pt x="9778" y="16740"/>
                  <a:pt x="9778" y="16740"/>
                  <a:pt x="9778" y="16740"/>
                </a:cubicBezTo>
                <a:cubicBezTo>
                  <a:pt x="8839" y="17118"/>
                  <a:pt x="8286" y="17982"/>
                  <a:pt x="8286" y="19116"/>
                </a:cubicBezTo>
                <a:cubicBezTo>
                  <a:pt x="8286" y="20520"/>
                  <a:pt x="9447" y="21600"/>
                  <a:pt x="10883" y="21600"/>
                </a:cubicBezTo>
                <a:cubicBezTo>
                  <a:pt x="12209" y="21600"/>
                  <a:pt x="13479" y="20520"/>
                  <a:pt x="13479" y="19116"/>
                </a:cubicBezTo>
                <a:cubicBezTo>
                  <a:pt x="13479" y="17982"/>
                  <a:pt x="12706" y="17118"/>
                  <a:pt x="11822" y="16740"/>
                </a:cubicBezTo>
                <a:cubicBezTo>
                  <a:pt x="11822" y="10800"/>
                  <a:pt x="11822" y="10800"/>
                  <a:pt x="11822" y="10800"/>
                </a:cubicBezTo>
                <a:cubicBezTo>
                  <a:pt x="17346" y="10800"/>
                  <a:pt x="17346" y="10800"/>
                  <a:pt x="17346" y="10800"/>
                </a:cubicBezTo>
                <a:cubicBezTo>
                  <a:pt x="17733" y="10800"/>
                  <a:pt x="17899" y="11178"/>
                  <a:pt x="17899" y="11502"/>
                </a:cubicBezTo>
                <a:cubicBezTo>
                  <a:pt x="17899" y="16740"/>
                  <a:pt x="17899" y="16740"/>
                  <a:pt x="17899" y="16740"/>
                </a:cubicBezTo>
                <a:cubicBezTo>
                  <a:pt x="17181" y="17118"/>
                  <a:pt x="16407" y="17982"/>
                  <a:pt x="16407" y="19116"/>
                </a:cubicBezTo>
                <a:cubicBezTo>
                  <a:pt x="16407" y="20520"/>
                  <a:pt x="17512" y="21600"/>
                  <a:pt x="19004" y="21600"/>
                </a:cubicBezTo>
                <a:cubicBezTo>
                  <a:pt x="20495" y="21600"/>
                  <a:pt x="21600" y="20520"/>
                  <a:pt x="21600" y="19116"/>
                </a:cubicBezTo>
                <a:cubicBezTo>
                  <a:pt x="21600" y="17982"/>
                  <a:pt x="20827" y="17118"/>
                  <a:pt x="19943" y="16740"/>
                </a:cubicBezTo>
                <a:close/>
                <a:moveTo>
                  <a:pt x="10883" y="1458"/>
                </a:moveTo>
                <a:cubicBezTo>
                  <a:pt x="11435" y="1458"/>
                  <a:pt x="11988" y="1998"/>
                  <a:pt x="11988" y="2538"/>
                </a:cubicBezTo>
                <a:cubicBezTo>
                  <a:pt x="11988" y="3078"/>
                  <a:pt x="11435" y="3618"/>
                  <a:pt x="10883" y="3618"/>
                </a:cubicBezTo>
                <a:cubicBezTo>
                  <a:pt x="10165" y="3618"/>
                  <a:pt x="9778" y="3078"/>
                  <a:pt x="9778" y="2538"/>
                </a:cubicBezTo>
                <a:cubicBezTo>
                  <a:pt x="9778" y="1998"/>
                  <a:pt x="10165" y="1458"/>
                  <a:pt x="10883" y="1458"/>
                </a:cubicBezTo>
                <a:close/>
                <a:moveTo>
                  <a:pt x="2596" y="20142"/>
                </a:moveTo>
                <a:cubicBezTo>
                  <a:pt x="1878" y="20142"/>
                  <a:pt x="1492" y="19602"/>
                  <a:pt x="1492" y="19116"/>
                </a:cubicBezTo>
                <a:cubicBezTo>
                  <a:pt x="1492" y="18576"/>
                  <a:pt x="1878" y="17982"/>
                  <a:pt x="2596" y="17982"/>
                </a:cubicBezTo>
                <a:cubicBezTo>
                  <a:pt x="3149" y="17982"/>
                  <a:pt x="3701" y="18576"/>
                  <a:pt x="3701" y="19116"/>
                </a:cubicBezTo>
                <a:cubicBezTo>
                  <a:pt x="3701" y="19602"/>
                  <a:pt x="3149" y="20142"/>
                  <a:pt x="2596" y="20142"/>
                </a:cubicBezTo>
                <a:close/>
                <a:moveTo>
                  <a:pt x="10883" y="20142"/>
                </a:moveTo>
                <a:cubicBezTo>
                  <a:pt x="10165" y="20142"/>
                  <a:pt x="9778" y="19602"/>
                  <a:pt x="9778" y="19116"/>
                </a:cubicBezTo>
                <a:cubicBezTo>
                  <a:pt x="9778" y="18576"/>
                  <a:pt x="10165" y="17982"/>
                  <a:pt x="10883" y="17982"/>
                </a:cubicBezTo>
                <a:cubicBezTo>
                  <a:pt x="11435" y="17982"/>
                  <a:pt x="11988" y="18576"/>
                  <a:pt x="11988" y="19116"/>
                </a:cubicBezTo>
                <a:cubicBezTo>
                  <a:pt x="11988" y="19602"/>
                  <a:pt x="11435" y="20142"/>
                  <a:pt x="10883" y="20142"/>
                </a:cubicBezTo>
                <a:close/>
                <a:moveTo>
                  <a:pt x="19004" y="20142"/>
                </a:moveTo>
                <a:cubicBezTo>
                  <a:pt x="18451" y="20142"/>
                  <a:pt x="17899" y="19602"/>
                  <a:pt x="17899" y="19116"/>
                </a:cubicBezTo>
                <a:cubicBezTo>
                  <a:pt x="17899" y="18576"/>
                  <a:pt x="18451" y="17982"/>
                  <a:pt x="19004" y="17982"/>
                </a:cubicBezTo>
                <a:cubicBezTo>
                  <a:pt x="19722" y="17982"/>
                  <a:pt x="20274" y="18576"/>
                  <a:pt x="20274" y="19116"/>
                </a:cubicBezTo>
                <a:cubicBezTo>
                  <a:pt x="20274" y="19602"/>
                  <a:pt x="19722" y="20142"/>
                  <a:pt x="19004" y="2014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>
                <a:latin typeface="Helvetica" panose="020B0604020202020204"/>
                <a:ea typeface="Helvetica" panose="020B0604020202020204"/>
                <a:cs typeface="Helvetica" panose="020B0604020202020204"/>
                <a:sym typeface="Helvetica" panose="020B0604020202020204"/>
              </a:defRPr>
            </a:pPr>
            <a:endParaRPr sz="1800"/>
          </a:p>
        </p:txBody>
      </p:sp>
      <p:sp>
        <p:nvSpPr>
          <p:cNvPr id="21" name="Shape 1644"/>
          <p:cNvSpPr/>
          <p:nvPr/>
        </p:nvSpPr>
        <p:spPr>
          <a:xfrm>
            <a:off x="6878912" y="2945917"/>
            <a:ext cx="4089461" cy="4089460"/>
          </a:xfrm>
          <a:prstGeom prst="ellipse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  <a:endParaRPr sz="3200"/>
          </a:p>
        </p:txBody>
      </p:sp>
      <p:sp>
        <p:nvSpPr>
          <p:cNvPr id="22" name="Shape 1656"/>
          <p:cNvSpPr/>
          <p:nvPr/>
        </p:nvSpPr>
        <p:spPr>
          <a:xfrm>
            <a:off x="7700793" y="4170918"/>
            <a:ext cx="2478405" cy="1619250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7000" b="1">
                <a:solidFill>
                  <a:srgbClr val="FFFFFF"/>
                </a:solidFill>
                <a:latin typeface="Helvetica" panose="020B0604020202020204"/>
                <a:ea typeface="Helvetica" panose="020B0604020202020204"/>
                <a:cs typeface="Helvetica" panose="020B0604020202020204"/>
                <a:sym typeface="Helvetica" panose="020B0604020202020204"/>
              </a:defRPr>
            </a:lvl1pPr>
          </a:lstStyle>
          <a:p>
            <a:r>
              <a:rPr sz="9600" b="0" dirty="0">
                <a:solidFill>
                  <a:schemeClr val="bg1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37%</a:t>
            </a:r>
          </a:p>
        </p:txBody>
      </p:sp>
      <p:sp>
        <p:nvSpPr>
          <p:cNvPr id="29" name="TextBox 2"/>
          <p:cNvSpPr txBox="1">
            <a:spLocks noChangeArrowheads="1"/>
          </p:cNvSpPr>
          <p:nvPr/>
        </p:nvSpPr>
        <p:spPr bwMode="auto">
          <a:xfrm>
            <a:off x="1287780" y="2266950"/>
            <a:ext cx="4850130" cy="221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zh-CN" altLang="en-US" sz="7200" dirty="0">
                <a:solidFill>
                  <a:schemeClr val="tx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这里是一段</a:t>
            </a:r>
            <a:endParaRPr lang="en-US" altLang="zh-CN" sz="7200" dirty="0">
              <a:solidFill>
                <a:schemeClr val="tx1"/>
              </a:solidFill>
              <a:latin typeface="腾讯体 W7" panose="020C08030202040F0204" pitchFamily="34" charset="-122"/>
              <a:ea typeface="腾讯体 W7" panose="020C08030202040F0204" pitchFamily="34" charset="-122"/>
              <a:cs typeface="TTTGB Medium" panose="020C06030202040F0204" charset="-122"/>
            </a:endParaRPr>
          </a:p>
          <a:p>
            <a:pPr eaLnBrk="1" hangingPunct="1"/>
            <a:r>
              <a:rPr lang="zh-CN" altLang="en-US" sz="7200" dirty="0">
                <a:solidFill>
                  <a:schemeClr val="tx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标题</a:t>
            </a:r>
          </a:p>
        </p:txBody>
      </p:sp>
      <p:sp>
        <p:nvSpPr>
          <p:cNvPr id="30" name="TextBox 3"/>
          <p:cNvSpPr txBox="1">
            <a:spLocks noChangeArrowheads="1"/>
          </p:cNvSpPr>
          <p:nvPr/>
        </p:nvSpPr>
        <p:spPr bwMode="auto">
          <a:xfrm flipH="1">
            <a:off x="1287780" y="4948555"/>
            <a:ext cx="4827270" cy="3211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腾讯体</a:t>
            </a:r>
            <a:r>
              <a:rPr lang="en-US" altLang="zh-CN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W3</a:t>
            </a: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 14-20</a:t>
            </a:r>
            <a:r>
              <a:rPr lang="zh-CN" altLang="en-US" sz="2000" dirty="0">
                <a:solidFill>
                  <a:srgbClr val="000000"/>
                </a:solidFill>
                <a:latin typeface="腾讯体 W3" panose="020C04030202040F0204" charset="-122"/>
                <a:ea typeface="腾讯体 W3" panose="020C04030202040F0204" charset="-122"/>
                <a:cs typeface="腾讯体 W3" panose="020C04030202040F0204" charset="-122"/>
              </a:rPr>
              <a:t>号字，这是一段解释说明文字，这是一段解释说明文字，这是一段解释说明文字，这是一段解释说明文字，这是一段解释说明文字，这是一段解释说明文字，这是一段解释说明文字，这是一段解释说明文字，这是一段解释说明文字</a:t>
            </a: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腾讯体 W3" panose="020C04030202040F0204" charset="-122"/>
              <a:ea typeface="腾讯体 W3" panose="020C04030202040F0204" charset="-122"/>
              <a:cs typeface="腾讯体 W3" panose="020C04030202040F0204" charset="-122"/>
            </a:endParaRP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>
            <a:spLocks noChangeArrowheads="1"/>
          </p:cNvSpPr>
          <p:nvPr/>
        </p:nvSpPr>
        <p:spPr bwMode="auto">
          <a:xfrm flipH="1">
            <a:off x="4619308" y="1910080"/>
            <a:ext cx="9066530" cy="2596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altLang="zh-CN" sz="13500" dirty="0">
                <a:gradFill>
                  <a:gsLst>
                    <a:gs pos="0">
                      <a:srgbClr val="FF0000"/>
                    </a:gs>
                    <a:gs pos="53000">
                      <a:srgbClr val="D80C01"/>
                    </a:gs>
                    <a:gs pos="100000">
                      <a:srgbClr val="FF0000"/>
                    </a:gs>
                  </a:gsLst>
                  <a:lin ang="1116000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THANKS</a:t>
            </a:r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 flipH="1">
            <a:off x="7293928" y="4881245"/>
            <a:ext cx="3717290" cy="1057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altLang="zh-CN" sz="5500" dirty="0">
                <a:gradFill>
                  <a:gsLst>
                    <a:gs pos="0">
                      <a:srgbClr val="FF0000"/>
                    </a:gs>
                    <a:gs pos="53000">
                      <a:srgbClr val="D80C01"/>
                    </a:gs>
                    <a:gs pos="100000">
                      <a:srgbClr val="FF0000"/>
                    </a:gs>
                  </a:gsLst>
                  <a:lin ang="1116000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  <a:cs typeface="TTTGB Medium" panose="020C06030202040F0204" charset="-122"/>
              </a:rPr>
              <a:t>谢谢观看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Q2M2Y5MzYzYzRiZTk0YTg4YjAxZWU2OGQwNmYyNG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,&quot;left&quot;:117.05,&quot;top&quot;:190.2,&quot;width&quot;:1185.850078740157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,&quot;left&quot;:117.05,&quot;top&quot;:190.2,&quot;width&quot;:1185.850078740157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,&quot;left&quot;:117.05,&quot;top&quot;:190.2,&quot;width&quot;:1185.850078740157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,&quot;left&quot;:117.05,&quot;top&quot;:190.2,&quot;width&quot;:1185.850078740157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,&quot;left&quot;:117.05,&quot;top&quot;:190.2,&quot;width&quot;:1185.850078740157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,&quot;left&quot;:117.05,&quot;top&quot;:190.2,&quot;width&quot;:1185.850078740157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,&quot;left&quot;:117.05,&quot;top&quot;:190.2,&quot;width&quot;:1185.850078740157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,&quot;left&quot;:117.05,&quot;top&quot;:190.2,&quot;width&quot;:1185.850078740157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,&quot;left&quot;:117.05,&quot;top&quot;:190.2,&quot;width&quot;:1185.850078740157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,&quot;left&quot;:117.05,&quot;top&quot;:190.2,&quot;width&quot;:1185.850078740157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,&quot;left&quot;:117.05,&quot;top&quot;:190.2,&quot;width&quot;:1185.850078740157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,&quot;left&quot;:117.05,&quot;top&quot;:190.2,&quot;width&quot;:1185.850078740157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6.35,&quot;left&quot;:236.7,&quot;top&quot;:274.4273228346457,&quot;width&quot;:943.679370078740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6.35,&quot;left&quot;:236.7,&quot;top&quot;:274.4273228346457,&quot;width&quot;:943.679370078740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6.35,&quot;left&quot;:236.7,&quot;top&quot;:274.4273228346457,&quot;width&quot;:943.679370078740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6.35,&quot;left&quot;:236.7,&quot;top&quot;:274.4273228346457,&quot;width&quot;:943.6793700787402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6.35,&quot;left&quot;:236.7,&quot;top&quot;:274.4273228346457,&quot;width&quot;:943.679370078740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6.35,&quot;left&quot;:236.7,&quot;top&quot;:274.4273228346457,&quot;width&quot;:943.6793700787402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9551968503937,&quot;left&quot;:-5.24259842519685,&quot;top&quot;:227.40566929133857,&quot;width&quot;:1453.011889763779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1611811023622,&quot;left&quot;:109,&quot;top&quot;:197.0888188976378,&quot;width&quot;:1243.6620472440943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1611811023622,&quot;left&quot;:109,&quot;top&quot;:197.0888188976378,&quot;width&quot;:1243.6620472440943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1611811023622,&quot;left&quot;:109,&quot;top&quot;:197.0888188976378,&quot;width&quot;:1243.6620472440943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1611811023622,&quot;left&quot;:109,&quot;top&quot;:197.0888188976378,&quot;width&quot;:1243.6620472440943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1611811023622,&quot;left&quot;:109,&quot;top&quot;:197.0888188976378,&quot;width&quot;:1243.6620472440943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1611811023622,&quot;left&quot;:109,&quot;top&quot;:197.0888188976378,&quot;width&quot;:1243.6620472440943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1611811023622,&quot;left&quot;:109,&quot;top&quot;:197.0888188976378,&quot;width&quot;:1243.6620472440943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1611811023622,&quot;left&quot;:109,&quot;top&quot;:197.0888188976378,&quot;width&quot;:1243.6620472440943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1611811023622,&quot;left&quot;:109,&quot;top&quot;:197.0888188976378,&quot;width&quot;:1243.6620472440943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1611811023622,&quot;left&quot;:109,&quot;top&quot;:197.0888188976378,&quot;width&quot;:1243.6620472440943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1611811023622,&quot;left&quot;:109,&quot;top&quot;:197.0888188976378,&quot;width&quot;:1243.6620472440943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1611811023622,&quot;left&quot;:109,&quot;top&quot;:197.0888188976378,&quot;width&quot;:1243.6620472440943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1611811023622,&quot;left&quot;:109,&quot;top&quot;:197.0888188976378,&quot;width&quot;:1243.6620472440943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1611811023622,&quot;left&quot;:109,&quot;top&quot;:197.0888188976378,&quot;width&quot;:1243.6620472440943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1611811023622,&quot;left&quot;:109,&quot;top&quot;:197.0888188976378,&quot;width&quot;:1243.6620472440943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1611811023622,&quot;left&quot;:109,&quot;top&quot;:197.0888188976378,&quot;width&quot;:1243.6620472440943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76590551181096,&quot;left&quot;:863.75968503937,&quot;top&quot;:170.52692913385826,&quot;width&quot;:568.2484251968505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76590551181096,&quot;left&quot;:863.75968503937,&quot;top&quot;:170.52692913385826,&quot;width&quot;:568.2484251968505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76590551181096,&quot;left&quot;:863.75968503937,&quot;top&quot;:170.52692913385826,&quot;width&quot;:568.2484251968505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76590551181096,&quot;left&quot;:863.75968503937,&quot;top&quot;:170.52692913385826,&quot;width&quot;:568.2484251968505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76590551181096,&quot;left&quot;:863.75968503937,&quot;top&quot;:170.52692913385826,&quot;width&quot;:568.2484251968505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76590551181096,&quot;left&quot;:863.75968503937,&quot;top&quot;:170.52692913385826,&quot;width&quot;:568.2484251968505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76590551181096,&quot;left&quot;:863.75968503937,&quot;top&quot;:170.52692913385826,&quot;width&quot;:568.2484251968505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76590551181096,&quot;left&quot;:863.75968503937,&quot;top&quot;:170.52692913385826,&quot;width&quot;:568.2484251968505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76590551181096,&quot;left&quot;:863.75968503937,&quot;top&quot;:170.52692913385826,&quot;width&quot;:568.2484251968505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76590551181096,&quot;left&quot;:863.75968503937,&quot;top&quot;:170.52692913385826,&quot;width&quot;:568.2484251968505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76590551181096,&quot;left&quot;:863.75968503937,&quot;top&quot;:170.52692913385826,&quot;width&quot;:568.248425196850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76590551181096,&quot;left&quot;:863.75968503937,&quot;top&quot;:170.52692913385826,&quot;width&quot;:568.2484251968505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698</Words>
  <Application>Microsoft Office PowerPoint</Application>
  <PresentationFormat>自定义</PresentationFormat>
  <Paragraphs>103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方正兰亭粗黑简体</vt:lpstr>
      <vt:lpstr>腾讯体 W3</vt:lpstr>
      <vt:lpstr>腾讯体 W7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 康</dc:creator>
  <cp:lastModifiedBy>T180545</cp:lastModifiedBy>
  <cp:revision>406</cp:revision>
  <cp:lastPrinted>2018-06-07T11:58:00Z</cp:lastPrinted>
  <dcterms:created xsi:type="dcterms:W3CDTF">2018-04-09T12:23:00Z</dcterms:created>
  <dcterms:modified xsi:type="dcterms:W3CDTF">2026-01-19T09:02:37Z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2D9CCB20D8514AC2AD901F5AD67E98DC_13</vt:lpwstr>
  </property>
  <property fmtid="{D5CDD505-2E9C-101B-9397-08002B2CF9AE}" pid="3" name="KSOProductBuildVer">
    <vt:lpwstr>2052-12.1.0.21541</vt:lpwstr>
  </property>
</Properties>
</file>